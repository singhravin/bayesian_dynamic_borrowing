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733" r:id="rId5"/>
  </p:sldMasterIdLst>
  <p:notesMasterIdLst>
    <p:notesMasterId r:id="rId27"/>
  </p:notesMasterIdLst>
  <p:handoutMasterIdLst>
    <p:handoutMasterId r:id="rId28"/>
  </p:handoutMasterIdLst>
  <p:sldIdLst>
    <p:sldId id="310" r:id="rId6"/>
    <p:sldId id="338" r:id="rId7"/>
    <p:sldId id="339" r:id="rId8"/>
    <p:sldId id="357" r:id="rId9"/>
    <p:sldId id="312" r:id="rId10"/>
    <p:sldId id="358" r:id="rId11"/>
    <p:sldId id="313" r:id="rId12"/>
    <p:sldId id="359" r:id="rId13"/>
    <p:sldId id="364" r:id="rId14"/>
    <p:sldId id="361" r:id="rId15"/>
    <p:sldId id="362" r:id="rId16"/>
    <p:sldId id="363" r:id="rId17"/>
    <p:sldId id="360" r:id="rId18"/>
    <p:sldId id="365" r:id="rId19"/>
    <p:sldId id="367" r:id="rId20"/>
    <p:sldId id="368" r:id="rId21"/>
    <p:sldId id="369" r:id="rId22"/>
    <p:sldId id="370" r:id="rId23"/>
    <p:sldId id="366" r:id="rId24"/>
    <p:sldId id="371" r:id="rId25"/>
    <p:sldId id="304" r:id="rId26"/>
  </p:sldIdLst>
  <p:sldSz cx="12192000" cy="6858000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49" userDrawn="1">
          <p15:clr>
            <a:srgbClr val="A4A3A4"/>
          </p15:clr>
        </p15:guide>
        <p15:guide id="2" orient="horz" pos="102" userDrawn="1">
          <p15:clr>
            <a:srgbClr val="A4A3A4"/>
          </p15:clr>
        </p15:guide>
        <p15:guide id="3" orient="horz" pos="3994" userDrawn="1">
          <p15:clr>
            <a:srgbClr val="A4A3A4"/>
          </p15:clr>
        </p15:guide>
        <p15:guide id="4" pos="3873" userDrawn="1">
          <p15:clr>
            <a:srgbClr val="A4A3A4"/>
          </p15:clr>
        </p15:guide>
        <p15:guide id="5" pos="488" userDrawn="1">
          <p15:clr>
            <a:srgbClr val="A4A3A4"/>
          </p15:clr>
        </p15:guide>
        <p15:guide id="6" pos="7407" userDrawn="1">
          <p15:clr>
            <a:srgbClr val="A4A3A4"/>
          </p15:clr>
        </p15:guide>
        <p15:guide id="7" pos="268" userDrawn="1">
          <p15:clr>
            <a:srgbClr val="A4A3A4"/>
          </p15:clr>
        </p15:guide>
        <p15:guide id="8" pos="7029" userDrawn="1">
          <p15:clr>
            <a:srgbClr val="A4A3A4"/>
          </p15:clr>
        </p15:guide>
        <p15:guide id="9" pos="60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420365-AD3F-9CBD-7C82-3A03E4AF922C}" name="Singh, Ravinder" initials="SR" userId="S::ravisingh@dsi.com::0eb443ab-daaa-4feb-a0be-29c589350732" providerId="AD"/>
  <p188:author id="{4DCF78FF-395F-FF59-3ADA-EB8DD2BB4677}" name="Garg, Jhanvi" initials="GJ" userId="S::jhanvi.garg@dsi.com::27d4af93-c45b-4f3c-9805-f02975bc97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DBC"/>
    <a:srgbClr val="00B4ED"/>
    <a:srgbClr val="D9D9D6"/>
    <a:srgbClr val="4D4F53"/>
    <a:srgbClr val="D6D6D9"/>
    <a:srgbClr val="D9D9D9"/>
    <a:srgbClr val="FF6600"/>
    <a:srgbClr val="CC0099"/>
    <a:srgbClr val="FFE900"/>
    <a:srgbClr val="9A9B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68F330-93C7-49DE-AE5B-45F5099E30E7}" v="348" dt="2024-08-12T02:36:52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49"/>
        <p:guide orient="horz" pos="102"/>
        <p:guide orient="horz" pos="3994"/>
        <p:guide pos="3873"/>
        <p:guide pos="488"/>
        <p:guide pos="7407"/>
        <p:guide pos="268"/>
        <p:guide pos="7029"/>
        <p:guide pos="6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Ravinder" userId="0eb443ab-daaa-4feb-a0be-29c589350732" providerId="ADAL" clId="{56928797-96CF-4E9A-AF55-A6CFBF8D80A1}"/>
    <pc:docChg chg="modSld">
      <pc:chgData name="Singh, Ravinder" userId="0eb443ab-daaa-4feb-a0be-29c589350732" providerId="ADAL" clId="{56928797-96CF-4E9A-AF55-A6CFBF8D80A1}" dt="2024-07-03T16:14:46.796" v="2" actId="6549"/>
      <pc:docMkLst>
        <pc:docMk/>
      </pc:docMkLst>
      <pc:sldChg chg="modSp mod">
        <pc:chgData name="Singh, Ravinder" userId="0eb443ab-daaa-4feb-a0be-29c589350732" providerId="ADAL" clId="{56928797-96CF-4E9A-AF55-A6CFBF8D80A1}" dt="2024-07-03T16:14:46.796" v="2" actId="6549"/>
        <pc:sldMkLst>
          <pc:docMk/>
          <pc:sldMk cId="1331537718" sldId="307"/>
        </pc:sldMkLst>
        <pc:spChg chg="mod">
          <ac:chgData name="Singh, Ravinder" userId="0eb443ab-daaa-4feb-a0be-29c589350732" providerId="ADAL" clId="{56928797-96CF-4E9A-AF55-A6CFBF8D80A1}" dt="2024-07-03T16:14:42.911" v="1" actId="20577"/>
          <ac:spMkLst>
            <pc:docMk/>
            <pc:sldMk cId="1331537718" sldId="307"/>
            <ac:spMk id="4" creationId="{FB9C3B6C-A664-4411-85F4-A2B03DDDEA84}"/>
          </ac:spMkLst>
        </pc:spChg>
        <pc:spChg chg="mod">
          <ac:chgData name="Singh, Ravinder" userId="0eb443ab-daaa-4feb-a0be-29c589350732" providerId="ADAL" clId="{56928797-96CF-4E9A-AF55-A6CFBF8D80A1}" dt="2024-07-03T16:14:46.796" v="2" actId="6549"/>
          <ac:spMkLst>
            <pc:docMk/>
            <pc:sldMk cId="1331537718" sldId="307"/>
            <ac:spMk id="5" creationId="{A88BD3F6-3F43-41FC-A628-FB5343625F8D}"/>
          </ac:spMkLst>
        </pc:spChg>
      </pc:sldChg>
      <pc:sldChg chg="modSp mod">
        <pc:chgData name="Singh, Ravinder" userId="0eb443ab-daaa-4feb-a0be-29c589350732" providerId="ADAL" clId="{56928797-96CF-4E9A-AF55-A6CFBF8D80A1}" dt="2024-07-03T16:14:36.706" v="0" actId="20577"/>
        <pc:sldMkLst>
          <pc:docMk/>
          <pc:sldMk cId="2274844747" sldId="310"/>
        </pc:sldMkLst>
        <pc:spChg chg="mod">
          <ac:chgData name="Singh, Ravinder" userId="0eb443ab-daaa-4feb-a0be-29c589350732" providerId="ADAL" clId="{56928797-96CF-4E9A-AF55-A6CFBF8D80A1}" dt="2024-07-03T16:14:36.706" v="0" actId="20577"/>
          <ac:spMkLst>
            <pc:docMk/>
            <pc:sldMk cId="2274844747" sldId="310"/>
            <ac:spMk id="7" creationId="{F46EBBE3-229E-D1FF-B1D0-10AAA8D88F94}"/>
          </ac:spMkLst>
        </pc:spChg>
      </pc:sldChg>
    </pc:docChg>
  </pc:docChgLst>
  <pc:docChgLst>
    <pc:chgData name="Singh, Ravinder" userId="0eb443ab-daaa-4feb-a0be-29c589350732" providerId="ADAL" clId="{DCF5AE89-A88F-4908-8EBB-A648A9F28713}"/>
    <pc:docChg chg="undo custSel addSld delSld modSld">
      <pc:chgData name="Singh, Ravinder" userId="0eb443ab-daaa-4feb-a0be-29c589350732" providerId="ADAL" clId="{DCF5AE89-A88F-4908-8EBB-A648A9F28713}" dt="2024-07-01T15:01:33.324" v="922" actId="20577"/>
      <pc:docMkLst>
        <pc:docMk/>
      </pc:docMkLst>
      <pc:sldChg chg="modSp add del mod">
        <pc:chgData name="Singh, Ravinder" userId="0eb443ab-daaa-4feb-a0be-29c589350732" providerId="ADAL" clId="{DCF5AE89-A88F-4908-8EBB-A648A9F28713}" dt="2024-07-01T04:10:03.966" v="50" actId="2696"/>
        <pc:sldMkLst>
          <pc:docMk/>
          <pc:sldMk cId="3212089638" sldId="257"/>
        </pc:sldMkLst>
        <pc:spChg chg="mod">
          <ac:chgData name="Singh, Ravinder" userId="0eb443ab-daaa-4feb-a0be-29c589350732" providerId="ADAL" clId="{DCF5AE89-A88F-4908-8EBB-A648A9F28713}" dt="2024-07-01T04:09:30.095" v="45" actId="27636"/>
          <ac:spMkLst>
            <pc:docMk/>
            <pc:sldMk cId="3212089638" sldId="257"/>
            <ac:spMk id="2" creationId="{7C304994-9702-3185-FFE9-D53D682E68AD}"/>
          </ac:spMkLst>
        </pc:spChg>
      </pc:sldChg>
      <pc:sldChg chg="modSp mod">
        <pc:chgData name="Singh, Ravinder" userId="0eb443ab-daaa-4feb-a0be-29c589350732" providerId="ADAL" clId="{DCF5AE89-A88F-4908-8EBB-A648A9F28713}" dt="2024-07-01T14:48:49.585" v="906" actId="14100"/>
        <pc:sldMkLst>
          <pc:docMk/>
          <pc:sldMk cId="1331537718" sldId="307"/>
        </pc:sldMkLst>
        <pc:spChg chg="mod">
          <ac:chgData name="Singh, Ravinder" userId="0eb443ab-daaa-4feb-a0be-29c589350732" providerId="ADAL" clId="{DCF5AE89-A88F-4908-8EBB-A648A9F28713}" dt="2024-07-01T14:48:49.585" v="906" actId="14100"/>
          <ac:spMkLst>
            <pc:docMk/>
            <pc:sldMk cId="1331537718" sldId="307"/>
            <ac:spMk id="4" creationId="{FB9C3B6C-A664-4411-85F4-A2B03DDDEA84}"/>
          </ac:spMkLst>
        </pc:spChg>
        <pc:spChg chg="mod">
          <ac:chgData name="Singh, Ravinder" userId="0eb443ab-daaa-4feb-a0be-29c589350732" providerId="ADAL" clId="{DCF5AE89-A88F-4908-8EBB-A648A9F28713}" dt="2024-07-01T04:09:57.186" v="48" actId="20577"/>
          <ac:spMkLst>
            <pc:docMk/>
            <pc:sldMk cId="1331537718" sldId="307"/>
            <ac:spMk id="5" creationId="{A88BD3F6-3F43-41FC-A628-FB5343625F8D}"/>
          </ac:spMkLst>
        </pc:spChg>
      </pc:sldChg>
      <pc:sldChg chg="del">
        <pc:chgData name="Singh, Ravinder" userId="0eb443ab-daaa-4feb-a0be-29c589350732" providerId="ADAL" clId="{DCF5AE89-A88F-4908-8EBB-A648A9F28713}" dt="2024-07-01T04:10:00.952" v="49" actId="2696"/>
        <pc:sldMkLst>
          <pc:docMk/>
          <pc:sldMk cId="3472317348" sldId="308"/>
        </pc:sldMkLst>
      </pc:sldChg>
      <pc:sldChg chg="addSp delSp modSp mod">
        <pc:chgData name="Singh, Ravinder" userId="0eb443ab-daaa-4feb-a0be-29c589350732" providerId="ADAL" clId="{DCF5AE89-A88F-4908-8EBB-A648A9F28713}" dt="2024-07-01T15:01:33.324" v="922" actId="20577"/>
        <pc:sldMkLst>
          <pc:docMk/>
          <pc:sldMk cId="2274844747" sldId="310"/>
        </pc:sldMkLst>
        <pc:spChg chg="del mod">
          <ac:chgData name="Singh, Ravinder" userId="0eb443ab-daaa-4feb-a0be-29c589350732" providerId="ADAL" clId="{DCF5AE89-A88F-4908-8EBB-A648A9F28713}" dt="2024-07-01T04:08:50.392" v="38" actId="478"/>
          <ac:spMkLst>
            <pc:docMk/>
            <pc:sldMk cId="2274844747" sldId="310"/>
            <ac:spMk id="5" creationId="{8DFA39F1-27C6-CC1C-8487-F1AF354F8184}"/>
          </ac:spMkLst>
        </pc:spChg>
        <pc:spChg chg="add del mod">
          <ac:chgData name="Singh, Ravinder" userId="0eb443ab-daaa-4feb-a0be-29c589350732" providerId="ADAL" clId="{DCF5AE89-A88F-4908-8EBB-A648A9F28713}" dt="2024-07-01T04:08:56.311" v="40" actId="478"/>
          <ac:spMkLst>
            <pc:docMk/>
            <pc:sldMk cId="2274844747" sldId="310"/>
            <ac:spMk id="6" creationId="{D4EB20E7-942A-3264-AF37-B83A2F67B2FE}"/>
          </ac:spMkLst>
        </pc:spChg>
        <pc:spChg chg="add mod">
          <ac:chgData name="Singh, Ravinder" userId="0eb443ab-daaa-4feb-a0be-29c589350732" providerId="ADAL" clId="{DCF5AE89-A88F-4908-8EBB-A648A9F28713}" dt="2024-07-01T15:01:33.324" v="922" actId="20577"/>
          <ac:spMkLst>
            <pc:docMk/>
            <pc:sldMk cId="2274844747" sldId="310"/>
            <ac:spMk id="7" creationId="{F46EBBE3-229E-D1FF-B1D0-10AAA8D88F94}"/>
          </ac:spMkLst>
        </pc:spChg>
      </pc:sldChg>
      <pc:sldChg chg="del">
        <pc:chgData name="Singh, Ravinder" userId="0eb443ab-daaa-4feb-a0be-29c589350732" providerId="ADAL" clId="{DCF5AE89-A88F-4908-8EBB-A648A9F28713}" dt="2024-07-01T04:08:22.516" v="37" actId="2696"/>
        <pc:sldMkLst>
          <pc:docMk/>
          <pc:sldMk cId="1500053213" sldId="311"/>
        </pc:sldMkLst>
      </pc:sldChg>
      <pc:sldMasterChg chg="delSldLayout">
        <pc:chgData name="Singh, Ravinder" userId="0eb443ab-daaa-4feb-a0be-29c589350732" providerId="ADAL" clId="{DCF5AE89-A88F-4908-8EBB-A648A9F28713}" dt="2024-07-01T04:10:03.966" v="50" actId="2696"/>
        <pc:sldMasterMkLst>
          <pc:docMk/>
          <pc:sldMasterMk cId="0" sldId="2147483648"/>
        </pc:sldMasterMkLst>
        <pc:sldLayoutChg chg="del">
          <pc:chgData name="Singh, Ravinder" userId="0eb443ab-daaa-4feb-a0be-29c589350732" providerId="ADAL" clId="{DCF5AE89-A88F-4908-8EBB-A648A9F28713}" dt="2024-07-01T04:10:03.966" v="50" actId="2696"/>
          <pc:sldLayoutMkLst>
            <pc:docMk/>
            <pc:sldMasterMk cId="0" sldId="2147483648"/>
            <pc:sldLayoutMk cId="603814833" sldId="2147483739"/>
          </pc:sldLayoutMkLst>
        </pc:sldLayoutChg>
      </pc:sldMasterChg>
    </pc:docChg>
  </pc:docChgLst>
  <pc:docChgLst>
    <pc:chgData name="Singh, Ravinder" userId="0eb443ab-daaa-4feb-a0be-29c589350732" providerId="ADAL" clId="{6B68F330-93C7-49DE-AE5B-45F5099E30E7}"/>
    <pc:docChg chg="undo custSel addSld delSld modSld sldOrd">
      <pc:chgData name="Singh, Ravinder" userId="0eb443ab-daaa-4feb-a0be-29c589350732" providerId="ADAL" clId="{6B68F330-93C7-49DE-AE5B-45F5099E30E7}" dt="2024-08-12T13:22:38.308" v="3028" actId="20577"/>
      <pc:docMkLst>
        <pc:docMk/>
      </pc:docMkLst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1331537718" sldId="307"/>
        </pc:sldMkLst>
      </pc:sldChg>
      <pc:sldChg chg="del">
        <pc:chgData name="Singh, Ravinder" userId="0eb443ab-daaa-4feb-a0be-29c589350732" providerId="ADAL" clId="{6B68F330-93C7-49DE-AE5B-45F5099E30E7}" dt="2024-08-09T19:48:31.170" v="29" actId="47"/>
        <pc:sldMkLst>
          <pc:docMk/>
          <pc:sldMk cId="3745517539" sldId="308"/>
        </pc:sldMkLst>
      </pc:sldChg>
      <pc:sldChg chg="del">
        <pc:chgData name="Singh, Ravinder" userId="0eb443ab-daaa-4feb-a0be-29c589350732" providerId="ADAL" clId="{6B68F330-93C7-49DE-AE5B-45F5099E30E7}" dt="2024-08-09T19:48:31.170" v="29" actId="47"/>
        <pc:sldMkLst>
          <pc:docMk/>
          <pc:sldMk cId="1022163524" sldId="309"/>
        </pc:sldMkLst>
      </pc:sldChg>
      <pc:sldChg chg="modSp mod">
        <pc:chgData name="Singh, Ravinder" userId="0eb443ab-daaa-4feb-a0be-29c589350732" providerId="ADAL" clId="{6B68F330-93C7-49DE-AE5B-45F5099E30E7}" dt="2024-08-12T03:33:31.701" v="2884" actId="20577"/>
        <pc:sldMkLst>
          <pc:docMk/>
          <pc:sldMk cId="52377805" sldId="310"/>
        </pc:sldMkLst>
        <pc:spChg chg="mod">
          <ac:chgData name="Singh, Ravinder" userId="0eb443ab-daaa-4feb-a0be-29c589350732" providerId="ADAL" clId="{6B68F330-93C7-49DE-AE5B-45F5099E30E7}" dt="2024-08-12T03:33:31.701" v="2884" actId="20577"/>
          <ac:spMkLst>
            <pc:docMk/>
            <pc:sldMk cId="52377805" sldId="310"/>
            <ac:spMk id="7" creationId="{F46EBBE3-229E-D1FF-B1D0-10AAA8D88F94}"/>
          </ac:spMkLst>
        </pc:spChg>
      </pc:sldChg>
      <pc:sldChg chg="del">
        <pc:chgData name="Singh, Ravinder" userId="0eb443ab-daaa-4feb-a0be-29c589350732" providerId="ADAL" clId="{6B68F330-93C7-49DE-AE5B-45F5099E30E7}" dt="2024-08-09T19:48:31.170" v="29" actId="47"/>
        <pc:sldMkLst>
          <pc:docMk/>
          <pc:sldMk cId="831501122" sldId="311"/>
        </pc:sldMkLst>
      </pc:sldChg>
      <pc:sldChg chg="modSp mod">
        <pc:chgData name="Singh, Ravinder" userId="0eb443ab-daaa-4feb-a0be-29c589350732" providerId="ADAL" clId="{6B68F330-93C7-49DE-AE5B-45F5099E30E7}" dt="2024-08-12T02:36:52.430" v="2787" actId="113"/>
        <pc:sldMkLst>
          <pc:docMk/>
          <pc:sldMk cId="4179614144" sldId="312"/>
        </pc:sldMkLst>
        <pc:spChg chg="mod">
          <ac:chgData name="Singh, Ravinder" userId="0eb443ab-daaa-4feb-a0be-29c589350732" providerId="ADAL" clId="{6B68F330-93C7-49DE-AE5B-45F5099E30E7}" dt="2024-08-12T02:36:52.430" v="2787" actId="113"/>
          <ac:spMkLst>
            <pc:docMk/>
            <pc:sldMk cId="4179614144" sldId="312"/>
            <ac:spMk id="4" creationId="{0EF1D370-D7EE-DF60-F7A0-52C1899F6F85}"/>
          </ac:spMkLst>
        </pc:spChg>
      </pc:sldChg>
      <pc:sldChg chg="modSp">
        <pc:chgData name="Singh, Ravinder" userId="0eb443ab-daaa-4feb-a0be-29c589350732" providerId="ADAL" clId="{6B68F330-93C7-49DE-AE5B-45F5099E30E7}" dt="2024-08-12T02:36:26.037" v="2784" actId="113"/>
        <pc:sldMkLst>
          <pc:docMk/>
          <pc:sldMk cId="2963110839" sldId="313"/>
        </pc:sldMkLst>
        <pc:spChg chg="mod">
          <ac:chgData name="Singh, Ravinder" userId="0eb443ab-daaa-4feb-a0be-29c589350732" providerId="ADAL" clId="{6B68F330-93C7-49DE-AE5B-45F5099E30E7}" dt="2024-08-12T02:36:26.037" v="2784" actId="113"/>
          <ac:spMkLst>
            <pc:docMk/>
            <pc:sldMk cId="2963110839" sldId="313"/>
            <ac:spMk id="4" creationId="{DE84310A-0E4E-2284-4B2F-6A965F033D1F}"/>
          </ac:spMkLst>
        </pc:spChg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588729955" sldId="315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1928472405" sldId="318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694158906" sldId="321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1676215480" sldId="322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1113098101" sldId="323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3705218999" sldId="324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851122320" sldId="325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636470552" sldId="326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1063851000" sldId="329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1465947914" sldId="330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831324375" sldId="331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584799807" sldId="332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2855048646" sldId="335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3287226427" sldId="341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597815271" sldId="342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1367221535" sldId="343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1253279954" sldId="344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1051431597" sldId="345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4006108136" sldId="346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1915649199" sldId="347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276856514" sldId="350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2104007296" sldId="351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943676771" sldId="352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411733874" sldId="353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1447780327" sldId="354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1417650592" sldId="355"/>
        </pc:sldMkLst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2972470173" sldId="356"/>
        </pc:sldMkLst>
      </pc:sldChg>
      <pc:sldChg chg="modSp mod">
        <pc:chgData name="Singh, Ravinder" userId="0eb443ab-daaa-4feb-a0be-29c589350732" providerId="ADAL" clId="{6B68F330-93C7-49DE-AE5B-45F5099E30E7}" dt="2024-08-12T02:27:17.492" v="2709" actId="20577"/>
        <pc:sldMkLst>
          <pc:docMk/>
          <pc:sldMk cId="2376636318" sldId="358"/>
        </pc:sldMkLst>
        <pc:spChg chg="mod">
          <ac:chgData name="Singh, Ravinder" userId="0eb443ab-daaa-4feb-a0be-29c589350732" providerId="ADAL" clId="{6B68F330-93C7-49DE-AE5B-45F5099E30E7}" dt="2024-08-12T02:27:17.492" v="2709" actId="20577"/>
          <ac:spMkLst>
            <pc:docMk/>
            <pc:sldMk cId="2376636318" sldId="358"/>
            <ac:spMk id="4" creationId="{6902BE7E-C914-301B-CBE5-FBB0F070F36F}"/>
          </ac:spMkLst>
        </pc:spChg>
      </pc:sldChg>
      <pc:sldChg chg="modSp mod">
        <pc:chgData name="Singh, Ravinder" userId="0eb443ab-daaa-4feb-a0be-29c589350732" providerId="ADAL" clId="{6B68F330-93C7-49DE-AE5B-45F5099E30E7}" dt="2024-08-12T02:37:54.186" v="2828" actId="20577"/>
        <pc:sldMkLst>
          <pc:docMk/>
          <pc:sldMk cId="3507453027" sldId="359"/>
        </pc:sldMkLst>
        <pc:spChg chg="mod">
          <ac:chgData name="Singh, Ravinder" userId="0eb443ab-daaa-4feb-a0be-29c589350732" providerId="ADAL" clId="{6B68F330-93C7-49DE-AE5B-45F5099E30E7}" dt="2024-08-12T02:37:54.186" v="2828" actId="20577"/>
          <ac:spMkLst>
            <pc:docMk/>
            <pc:sldMk cId="3507453027" sldId="359"/>
            <ac:spMk id="4" creationId="{01DB65DC-E10F-4BCE-A977-6F505DE757FB}"/>
          </ac:spMkLst>
        </pc:spChg>
      </pc:sldChg>
      <pc:sldChg chg="addSp delSp modSp new mod">
        <pc:chgData name="Singh, Ravinder" userId="0eb443ab-daaa-4feb-a0be-29c589350732" providerId="ADAL" clId="{6B68F330-93C7-49DE-AE5B-45F5099E30E7}" dt="2024-08-12T01:40:48.884" v="1241" actId="1076"/>
        <pc:sldMkLst>
          <pc:docMk/>
          <pc:sldMk cId="1203708758" sldId="360"/>
        </pc:sldMkLst>
        <pc:spChg chg="del mod">
          <ac:chgData name="Singh, Ravinder" userId="0eb443ab-daaa-4feb-a0be-29c589350732" providerId="ADAL" clId="{6B68F330-93C7-49DE-AE5B-45F5099E30E7}" dt="2024-08-12T01:35:34.059" v="1112" actId="478"/>
          <ac:spMkLst>
            <pc:docMk/>
            <pc:sldMk cId="1203708758" sldId="360"/>
            <ac:spMk id="4" creationId="{B44C72C9-B596-AF71-E02D-31EC3EDA3BF4}"/>
          </ac:spMkLst>
        </pc:spChg>
        <pc:spChg chg="mod">
          <ac:chgData name="Singh, Ravinder" userId="0eb443ab-daaa-4feb-a0be-29c589350732" providerId="ADAL" clId="{6B68F330-93C7-49DE-AE5B-45F5099E30E7}" dt="2024-08-12T01:35:13.195" v="1106" actId="20577"/>
          <ac:spMkLst>
            <pc:docMk/>
            <pc:sldMk cId="1203708758" sldId="360"/>
            <ac:spMk id="5" creationId="{6F1E4105-2049-136C-EC52-7BD99E0DA154}"/>
          </ac:spMkLst>
        </pc:spChg>
        <pc:spChg chg="add del mod">
          <ac:chgData name="Singh, Ravinder" userId="0eb443ab-daaa-4feb-a0be-29c589350732" providerId="ADAL" clId="{6B68F330-93C7-49DE-AE5B-45F5099E30E7}" dt="2024-08-12T01:35:38.152" v="1113" actId="478"/>
          <ac:spMkLst>
            <pc:docMk/>
            <pc:sldMk cId="1203708758" sldId="360"/>
            <ac:spMk id="8" creationId="{FEF87EFC-DF61-A1CD-E737-C1FEDF05B048}"/>
          </ac:spMkLst>
        </pc:spChg>
        <pc:picChg chg="add mod">
          <ac:chgData name="Singh, Ravinder" userId="0eb443ab-daaa-4feb-a0be-29c589350732" providerId="ADAL" clId="{6B68F330-93C7-49DE-AE5B-45F5099E30E7}" dt="2024-08-12T01:40:48.884" v="1241" actId="1076"/>
          <ac:picMkLst>
            <pc:docMk/>
            <pc:sldMk cId="1203708758" sldId="360"/>
            <ac:picMk id="7" creationId="{744D4B2B-1C97-3DF9-B40E-8433B0781EF8}"/>
          </ac:picMkLst>
        </pc:picChg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2207870015" sldId="360"/>
        </pc:sldMkLst>
      </pc:sldChg>
      <pc:sldChg chg="modSp new mod">
        <pc:chgData name="Singh, Ravinder" userId="0eb443ab-daaa-4feb-a0be-29c589350732" providerId="ADAL" clId="{6B68F330-93C7-49DE-AE5B-45F5099E30E7}" dt="2024-08-12T02:39:02.831" v="2838" actId="33524"/>
        <pc:sldMkLst>
          <pc:docMk/>
          <pc:sldMk cId="662012207" sldId="361"/>
        </pc:sldMkLst>
        <pc:spChg chg="mod">
          <ac:chgData name="Singh, Ravinder" userId="0eb443ab-daaa-4feb-a0be-29c589350732" providerId="ADAL" clId="{6B68F330-93C7-49DE-AE5B-45F5099E30E7}" dt="2024-08-12T02:39:02.831" v="2838" actId="33524"/>
          <ac:spMkLst>
            <pc:docMk/>
            <pc:sldMk cId="662012207" sldId="361"/>
            <ac:spMk id="4" creationId="{009F27C1-7DBA-5252-763E-F6136F9F8472}"/>
          </ac:spMkLst>
        </pc:spChg>
        <pc:spChg chg="mod">
          <ac:chgData name="Singh, Ravinder" userId="0eb443ab-daaa-4feb-a0be-29c589350732" providerId="ADAL" clId="{6B68F330-93C7-49DE-AE5B-45F5099E30E7}" dt="2024-08-11T23:02:06.606" v="191" actId="14100"/>
          <ac:spMkLst>
            <pc:docMk/>
            <pc:sldMk cId="662012207" sldId="361"/>
            <ac:spMk id="5" creationId="{A8AF205A-33E8-5784-5E89-AAB7B4CDA755}"/>
          </ac:spMkLst>
        </pc:spChg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2100625820" sldId="361"/>
        </pc:sldMkLst>
      </pc:sldChg>
      <pc:sldChg chg="addSp delSp modSp new mod">
        <pc:chgData name="Singh, Ravinder" userId="0eb443ab-daaa-4feb-a0be-29c589350732" providerId="ADAL" clId="{6B68F330-93C7-49DE-AE5B-45F5099E30E7}" dt="2024-08-12T01:32:39.259" v="1056" actId="1076"/>
        <pc:sldMkLst>
          <pc:docMk/>
          <pc:sldMk cId="790658074" sldId="362"/>
        </pc:sldMkLst>
        <pc:spChg chg="del">
          <ac:chgData name="Singh, Ravinder" userId="0eb443ab-daaa-4feb-a0be-29c589350732" providerId="ADAL" clId="{6B68F330-93C7-49DE-AE5B-45F5099E30E7}" dt="2024-08-11T23:05:49.068" v="561" actId="478"/>
          <ac:spMkLst>
            <pc:docMk/>
            <pc:sldMk cId="790658074" sldId="362"/>
            <ac:spMk id="4" creationId="{9E4B1AB5-3763-CBBD-A8FD-D916315697D3}"/>
          </ac:spMkLst>
        </pc:spChg>
        <pc:spChg chg="mod">
          <ac:chgData name="Singh, Ravinder" userId="0eb443ab-daaa-4feb-a0be-29c589350732" providerId="ADAL" clId="{6B68F330-93C7-49DE-AE5B-45F5099E30E7}" dt="2024-08-11T23:17:09.525" v="602" actId="20577"/>
          <ac:spMkLst>
            <pc:docMk/>
            <pc:sldMk cId="790658074" sldId="362"/>
            <ac:spMk id="5" creationId="{36A17C39-37CB-A1B5-30FC-C2FD463DA817}"/>
          </ac:spMkLst>
        </pc:spChg>
        <pc:picChg chg="add del mod">
          <ac:chgData name="Singh, Ravinder" userId="0eb443ab-daaa-4feb-a0be-29c589350732" providerId="ADAL" clId="{6B68F330-93C7-49DE-AE5B-45F5099E30E7}" dt="2024-08-12T01:32:26.266" v="1051" actId="478"/>
          <ac:picMkLst>
            <pc:docMk/>
            <pc:sldMk cId="790658074" sldId="362"/>
            <ac:picMk id="7" creationId="{57EABD1B-678F-AFED-7C85-27716A6A7A18}"/>
          </ac:picMkLst>
        </pc:picChg>
        <pc:picChg chg="add del mod">
          <ac:chgData name="Singh, Ravinder" userId="0eb443ab-daaa-4feb-a0be-29c589350732" providerId="ADAL" clId="{6B68F330-93C7-49DE-AE5B-45F5099E30E7}" dt="2024-08-11T23:17:54.002" v="605" actId="478"/>
          <ac:picMkLst>
            <pc:docMk/>
            <pc:sldMk cId="790658074" sldId="362"/>
            <ac:picMk id="9" creationId="{3C2DA7C3-3429-2354-6739-242C371176A1}"/>
          </ac:picMkLst>
        </pc:picChg>
        <pc:picChg chg="add mod">
          <ac:chgData name="Singh, Ravinder" userId="0eb443ab-daaa-4feb-a0be-29c589350732" providerId="ADAL" clId="{6B68F330-93C7-49DE-AE5B-45F5099E30E7}" dt="2024-08-12T01:32:39.259" v="1056" actId="1076"/>
          <ac:picMkLst>
            <pc:docMk/>
            <pc:sldMk cId="790658074" sldId="362"/>
            <ac:picMk id="11" creationId="{E9E7AF55-C565-70E1-6F97-B24B15C5FDC2}"/>
          </ac:picMkLst>
        </pc:picChg>
      </pc:sldChg>
      <pc:sldChg chg="del">
        <pc:chgData name="Singh, Ravinder" userId="0eb443ab-daaa-4feb-a0be-29c589350732" providerId="ADAL" clId="{6B68F330-93C7-49DE-AE5B-45F5099E30E7}" dt="2024-08-09T19:43:42.090" v="0" actId="2696"/>
        <pc:sldMkLst>
          <pc:docMk/>
          <pc:sldMk cId="3888202894" sldId="362"/>
        </pc:sldMkLst>
      </pc:sldChg>
      <pc:sldChg chg="addSp delSp modSp new mod">
        <pc:chgData name="Singh, Ravinder" userId="0eb443ab-daaa-4feb-a0be-29c589350732" providerId="ADAL" clId="{6B68F330-93C7-49DE-AE5B-45F5099E30E7}" dt="2024-08-12T01:34:32.637" v="1090" actId="1076"/>
        <pc:sldMkLst>
          <pc:docMk/>
          <pc:sldMk cId="2406748879" sldId="363"/>
        </pc:sldMkLst>
        <pc:spChg chg="del">
          <ac:chgData name="Singh, Ravinder" userId="0eb443ab-daaa-4feb-a0be-29c589350732" providerId="ADAL" clId="{6B68F330-93C7-49DE-AE5B-45F5099E30E7}" dt="2024-08-11T23:18:11.509" v="610" actId="478"/>
          <ac:spMkLst>
            <pc:docMk/>
            <pc:sldMk cId="2406748879" sldId="363"/>
            <ac:spMk id="4" creationId="{3613B304-2952-1C73-9F26-F9D136C0E023}"/>
          </ac:spMkLst>
        </pc:spChg>
        <pc:spChg chg="del">
          <ac:chgData name="Singh, Ravinder" userId="0eb443ab-daaa-4feb-a0be-29c589350732" providerId="ADAL" clId="{6B68F330-93C7-49DE-AE5B-45F5099E30E7}" dt="2024-08-11T23:18:09.284" v="609" actId="478"/>
          <ac:spMkLst>
            <pc:docMk/>
            <pc:sldMk cId="2406748879" sldId="363"/>
            <ac:spMk id="5" creationId="{3E2ECE00-AF21-4A10-C1F6-FA507B1AE3B0}"/>
          </ac:spMkLst>
        </pc:spChg>
        <pc:picChg chg="add del mod">
          <ac:chgData name="Singh, Ravinder" userId="0eb443ab-daaa-4feb-a0be-29c589350732" providerId="ADAL" clId="{6B68F330-93C7-49DE-AE5B-45F5099E30E7}" dt="2024-08-12T01:32:43.064" v="1057" actId="478"/>
          <ac:picMkLst>
            <pc:docMk/>
            <pc:sldMk cId="2406748879" sldId="363"/>
            <ac:picMk id="7" creationId="{69585D80-CE94-42E7-F564-838F87A53124}"/>
          </ac:picMkLst>
        </pc:picChg>
        <pc:picChg chg="add del mod">
          <ac:chgData name="Singh, Ravinder" userId="0eb443ab-daaa-4feb-a0be-29c589350732" providerId="ADAL" clId="{6B68F330-93C7-49DE-AE5B-45F5099E30E7}" dt="2024-08-12T01:32:44.356" v="1058" actId="478"/>
          <ac:picMkLst>
            <pc:docMk/>
            <pc:sldMk cId="2406748879" sldId="363"/>
            <ac:picMk id="9" creationId="{E77C0A86-EAFB-0C8C-6148-5F31A6054DB7}"/>
          </ac:picMkLst>
        </pc:picChg>
        <pc:picChg chg="add del mod">
          <ac:chgData name="Singh, Ravinder" userId="0eb443ab-daaa-4feb-a0be-29c589350732" providerId="ADAL" clId="{6B68F330-93C7-49DE-AE5B-45F5099E30E7}" dt="2024-08-12T01:32:48.195" v="1061" actId="478"/>
          <ac:picMkLst>
            <pc:docMk/>
            <pc:sldMk cId="2406748879" sldId="363"/>
            <ac:picMk id="11" creationId="{F541450C-F92D-8260-DECF-3C76FF670F0D}"/>
          </ac:picMkLst>
        </pc:picChg>
        <pc:picChg chg="add del mod">
          <ac:chgData name="Singh, Ravinder" userId="0eb443ab-daaa-4feb-a0be-29c589350732" providerId="ADAL" clId="{6B68F330-93C7-49DE-AE5B-45F5099E30E7}" dt="2024-08-12T01:32:46.841" v="1060" actId="478"/>
          <ac:picMkLst>
            <pc:docMk/>
            <pc:sldMk cId="2406748879" sldId="363"/>
            <ac:picMk id="13" creationId="{A4A92B6A-ECE2-FD02-1D18-2A6BAA810143}"/>
          </ac:picMkLst>
        </pc:picChg>
        <pc:picChg chg="add del mod">
          <ac:chgData name="Singh, Ravinder" userId="0eb443ab-daaa-4feb-a0be-29c589350732" providerId="ADAL" clId="{6B68F330-93C7-49DE-AE5B-45F5099E30E7}" dt="2024-08-12T01:32:45.509" v="1059" actId="478"/>
          <ac:picMkLst>
            <pc:docMk/>
            <pc:sldMk cId="2406748879" sldId="363"/>
            <ac:picMk id="15" creationId="{05B5F9F1-F7F1-EC60-A7D4-E3DEFA872315}"/>
          </ac:picMkLst>
        </pc:picChg>
        <pc:picChg chg="add mod">
          <ac:chgData name="Singh, Ravinder" userId="0eb443ab-daaa-4feb-a0be-29c589350732" providerId="ADAL" clId="{6B68F330-93C7-49DE-AE5B-45F5099E30E7}" dt="2024-08-12T01:33:08.272" v="1066" actId="14100"/>
          <ac:picMkLst>
            <pc:docMk/>
            <pc:sldMk cId="2406748879" sldId="363"/>
            <ac:picMk id="17" creationId="{3A8EB1D3-584D-9441-FA5D-3485D664EC9B}"/>
          </ac:picMkLst>
        </pc:picChg>
        <pc:picChg chg="add mod">
          <ac:chgData name="Singh, Ravinder" userId="0eb443ab-daaa-4feb-a0be-29c589350732" providerId="ADAL" clId="{6B68F330-93C7-49DE-AE5B-45F5099E30E7}" dt="2024-08-12T01:33:23.659" v="1071" actId="1076"/>
          <ac:picMkLst>
            <pc:docMk/>
            <pc:sldMk cId="2406748879" sldId="363"/>
            <ac:picMk id="19" creationId="{0A4E8FF0-9C35-5AB9-30D6-CBE4A994491F}"/>
          </ac:picMkLst>
        </pc:picChg>
        <pc:picChg chg="add mod">
          <ac:chgData name="Singh, Ravinder" userId="0eb443ab-daaa-4feb-a0be-29c589350732" providerId="ADAL" clId="{6B68F330-93C7-49DE-AE5B-45F5099E30E7}" dt="2024-08-12T01:34:25.153" v="1088" actId="1076"/>
          <ac:picMkLst>
            <pc:docMk/>
            <pc:sldMk cId="2406748879" sldId="363"/>
            <ac:picMk id="21" creationId="{3E0C1F00-F852-BB8E-6DA6-C1D3A3772E65}"/>
          </ac:picMkLst>
        </pc:picChg>
        <pc:picChg chg="add mod">
          <ac:chgData name="Singh, Ravinder" userId="0eb443ab-daaa-4feb-a0be-29c589350732" providerId="ADAL" clId="{6B68F330-93C7-49DE-AE5B-45F5099E30E7}" dt="2024-08-12T01:34:21.540" v="1087" actId="1076"/>
          <ac:picMkLst>
            <pc:docMk/>
            <pc:sldMk cId="2406748879" sldId="363"/>
            <ac:picMk id="23" creationId="{E1338C2D-A4D9-7FAE-B63D-196DA152CDD3}"/>
          </ac:picMkLst>
        </pc:picChg>
        <pc:picChg chg="add mod">
          <ac:chgData name="Singh, Ravinder" userId="0eb443ab-daaa-4feb-a0be-29c589350732" providerId="ADAL" clId="{6B68F330-93C7-49DE-AE5B-45F5099E30E7}" dt="2024-08-12T01:34:32.637" v="1090" actId="1076"/>
          <ac:picMkLst>
            <pc:docMk/>
            <pc:sldMk cId="2406748879" sldId="363"/>
            <ac:picMk id="25" creationId="{C23924A0-E169-239A-4AFF-9F3E63D0E087}"/>
          </ac:picMkLst>
        </pc:picChg>
      </pc:sldChg>
      <pc:sldChg chg="modSp new mod">
        <pc:chgData name="Singh, Ravinder" userId="0eb443ab-daaa-4feb-a0be-29c589350732" providerId="ADAL" clId="{6B68F330-93C7-49DE-AE5B-45F5099E30E7}" dt="2024-08-12T13:22:38.308" v="3028" actId="20577"/>
        <pc:sldMkLst>
          <pc:docMk/>
          <pc:sldMk cId="76319038" sldId="364"/>
        </pc:sldMkLst>
        <pc:spChg chg="mod">
          <ac:chgData name="Singh, Ravinder" userId="0eb443ab-daaa-4feb-a0be-29c589350732" providerId="ADAL" clId="{6B68F330-93C7-49DE-AE5B-45F5099E30E7}" dt="2024-08-12T13:22:38.308" v="3028" actId="20577"/>
          <ac:spMkLst>
            <pc:docMk/>
            <pc:sldMk cId="76319038" sldId="364"/>
            <ac:spMk id="4" creationId="{06C79D30-2963-631B-9A7F-3E4C6D4A9CC1}"/>
          </ac:spMkLst>
        </pc:spChg>
        <pc:spChg chg="mod">
          <ac:chgData name="Singh, Ravinder" userId="0eb443ab-daaa-4feb-a0be-29c589350732" providerId="ADAL" clId="{6B68F330-93C7-49DE-AE5B-45F5099E30E7}" dt="2024-08-12T00:44:43.078" v="808" actId="14100"/>
          <ac:spMkLst>
            <pc:docMk/>
            <pc:sldMk cId="76319038" sldId="364"/>
            <ac:spMk id="5" creationId="{7DC72D6C-A542-E8C1-6AE6-C19FD273A8EF}"/>
          </ac:spMkLst>
        </pc:spChg>
      </pc:sldChg>
      <pc:sldChg chg="addSp delSp modSp new mod">
        <pc:chgData name="Singh, Ravinder" userId="0eb443ab-daaa-4feb-a0be-29c589350732" providerId="ADAL" clId="{6B68F330-93C7-49DE-AE5B-45F5099E30E7}" dt="2024-08-12T01:40:52.921" v="1242" actId="14100"/>
        <pc:sldMkLst>
          <pc:docMk/>
          <pc:sldMk cId="90062750" sldId="365"/>
        </pc:sldMkLst>
        <pc:spChg chg="del">
          <ac:chgData name="Singh, Ravinder" userId="0eb443ab-daaa-4feb-a0be-29c589350732" providerId="ADAL" clId="{6B68F330-93C7-49DE-AE5B-45F5099E30E7}" dt="2024-08-12T01:38:00.340" v="1120" actId="478"/>
          <ac:spMkLst>
            <pc:docMk/>
            <pc:sldMk cId="90062750" sldId="365"/>
            <ac:spMk id="4" creationId="{95447F06-B5FE-878D-10A4-B445046BDD25}"/>
          </ac:spMkLst>
        </pc:spChg>
        <pc:spChg chg="mod">
          <ac:chgData name="Singh, Ravinder" userId="0eb443ab-daaa-4feb-a0be-29c589350732" providerId="ADAL" clId="{6B68F330-93C7-49DE-AE5B-45F5099E30E7}" dt="2024-08-12T01:37:58.390" v="1119" actId="14100"/>
          <ac:spMkLst>
            <pc:docMk/>
            <pc:sldMk cId="90062750" sldId="365"/>
            <ac:spMk id="5" creationId="{7EAE3BEC-BC45-5973-01F7-3EE11FD4F43D}"/>
          </ac:spMkLst>
        </pc:spChg>
        <pc:picChg chg="add mod">
          <ac:chgData name="Singh, Ravinder" userId="0eb443ab-daaa-4feb-a0be-29c589350732" providerId="ADAL" clId="{6B68F330-93C7-49DE-AE5B-45F5099E30E7}" dt="2024-08-12T01:40:52.921" v="1242" actId="14100"/>
          <ac:picMkLst>
            <pc:docMk/>
            <pc:sldMk cId="90062750" sldId="365"/>
            <ac:picMk id="7" creationId="{274893B1-552A-700F-61F1-BB884E3D0AA6}"/>
          </ac:picMkLst>
        </pc:picChg>
      </pc:sldChg>
      <pc:sldChg chg="modSp new mod">
        <pc:chgData name="Singh, Ravinder" userId="0eb443ab-daaa-4feb-a0be-29c589350732" providerId="ADAL" clId="{6B68F330-93C7-49DE-AE5B-45F5099E30E7}" dt="2024-08-12T04:23:19.169" v="2918" actId="20577"/>
        <pc:sldMkLst>
          <pc:docMk/>
          <pc:sldMk cId="2362416037" sldId="366"/>
        </pc:sldMkLst>
        <pc:spChg chg="mod">
          <ac:chgData name="Singh, Ravinder" userId="0eb443ab-daaa-4feb-a0be-29c589350732" providerId="ADAL" clId="{6B68F330-93C7-49DE-AE5B-45F5099E30E7}" dt="2024-08-12T04:23:19.169" v="2918" actId="20577"/>
          <ac:spMkLst>
            <pc:docMk/>
            <pc:sldMk cId="2362416037" sldId="366"/>
            <ac:spMk id="4" creationId="{C0B268B9-5BF9-70F1-4840-7DC4B12C61DA}"/>
          </ac:spMkLst>
        </pc:spChg>
        <pc:spChg chg="mod">
          <ac:chgData name="Singh, Ravinder" userId="0eb443ab-daaa-4feb-a0be-29c589350732" providerId="ADAL" clId="{6B68F330-93C7-49DE-AE5B-45F5099E30E7}" dt="2024-08-12T01:41:58.269" v="1265" actId="20577"/>
          <ac:spMkLst>
            <pc:docMk/>
            <pc:sldMk cId="2362416037" sldId="366"/>
            <ac:spMk id="5" creationId="{6F5D53F0-B0E5-23C9-A8D1-4DD427888F76}"/>
          </ac:spMkLst>
        </pc:spChg>
      </pc:sldChg>
      <pc:sldChg chg="addSp modSp add mod">
        <pc:chgData name="Singh, Ravinder" userId="0eb443ab-daaa-4feb-a0be-29c589350732" providerId="ADAL" clId="{6B68F330-93C7-49DE-AE5B-45F5099E30E7}" dt="2024-08-12T01:40:17.710" v="1234" actId="1076"/>
        <pc:sldMkLst>
          <pc:docMk/>
          <pc:sldMk cId="642802130" sldId="367"/>
        </pc:sldMkLst>
        <pc:spChg chg="mod">
          <ac:chgData name="Singh, Ravinder" userId="0eb443ab-daaa-4feb-a0be-29c589350732" providerId="ADAL" clId="{6B68F330-93C7-49DE-AE5B-45F5099E30E7}" dt="2024-08-12T01:38:32.795" v="1154" actId="20577"/>
          <ac:spMkLst>
            <pc:docMk/>
            <pc:sldMk cId="642802130" sldId="367"/>
            <ac:spMk id="5" creationId="{7EAE3BEC-BC45-5973-01F7-3EE11FD4F43D}"/>
          </ac:spMkLst>
        </pc:spChg>
        <pc:picChg chg="add mod">
          <ac:chgData name="Singh, Ravinder" userId="0eb443ab-daaa-4feb-a0be-29c589350732" providerId="ADAL" clId="{6B68F330-93C7-49DE-AE5B-45F5099E30E7}" dt="2024-08-12T01:40:17.710" v="1234" actId="1076"/>
          <ac:picMkLst>
            <pc:docMk/>
            <pc:sldMk cId="642802130" sldId="367"/>
            <ac:picMk id="6" creationId="{E492D42C-3AFC-5ADA-DEEE-B86F0A3F9E7D}"/>
          </ac:picMkLst>
        </pc:picChg>
      </pc:sldChg>
      <pc:sldChg chg="addSp modSp add mod">
        <pc:chgData name="Singh, Ravinder" userId="0eb443ab-daaa-4feb-a0be-29c589350732" providerId="ADAL" clId="{6B68F330-93C7-49DE-AE5B-45F5099E30E7}" dt="2024-08-12T01:40:34.945" v="1239" actId="1076"/>
        <pc:sldMkLst>
          <pc:docMk/>
          <pc:sldMk cId="823701592" sldId="368"/>
        </pc:sldMkLst>
        <pc:spChg chg="mod">
          <ac:chgData name="Singh, Ravinder" userId="0eb443ab-daaa-4feb-a0be-29c589350732" providerId="ADAL" clId="{6B68F330-93C7-49DE-AE5B-45F5099E30E7}" dt="2024-08-12T01:38:39.221" v="1173" actId="20577"/>
          <ac:spMkLst>
            <pc:docMk/>
            <pc:sldMk cId="823701592" sldId="368"/>
            <ac:spMk id="5" creationId="{7EAE3BEC-BC45-5973-01F7-3EE11FD4F43D}"/>
          </ac:spMkLst>
        </pc:spChg>
        <pc:picChg chg="add mod">
          <ac:chgData name="Singh, Ravinder" userId="0eb443ab-daaa-4feb-a0be-29c589350732" providerId="ADAL" clId="{6B68F330-93C7-49DE-AE5B-45F5099E30E7}" dt="2024-08-12T01:40:34.945" v="1239" actId="1076"/>
          <ac:picMkLst>
            <pc:docMk/>
            <pc:sldMk cId="823701592" sldId="368"/>
            <ac:picMk id="6" creationId="{63E4094D-EC7B-C5EB-1E1E-906E912B2F05}"/>
          </ac:picMkLst>
        </pc:picChg>
      </pc:sldChg>
      <pc:sldChg chg="addSp modSp add mod">
        <pc:chgData name="Singh, Ravinder" userId="0eb443ab-daaa-4feb-a0be-29c589350732" providerId="ADAL" clId="{6B68F330-93C7-49DE-AE5B-45F5099E30E7}" dt="2024-08-12T01:41:34.335" v="1249" actId="1076"/>
        <pc:sldMkLst>
          <pc:docMk/>
          <pc:sldMk cId="4223675885" sldId="369"/>
        </pc:sldMkLst>
        <pc:spChg chg="mod">
          <ac:chgData name="Singh, Ravinder" userId="0eb443ab-daaa-4feb-a0be-29c589350732" providerId="ADAL" clId="{6B68F330-93C7-49DE-AE5B-45F5099E30E7}" dt="2024-08-12T01:39:15.014" v="1198" actId="20577"/>
          <ac:spMkLst>
            <pc:docMk/>
            <pc:sldMk cId="4223675885" sldId="369"/>
            <ac:spMk id="5" creationId="{7EAE3BEC-BC45-5973-01F7-3EE11FD4F43D}"/>
          </ac:spMkLst>
        </pc:spChg>
        <pc:picChg chg="add mod">
          <ac:chgData name="Singh, Ravinder" userId="0eb443ab-daaa-4feb-a0be-29c589350732" providerId="ADAL" clId="{6B68F330-93C7-49DE-AE5B-45F5099E30E7}" dt="2024-08-12T01:41:34.335" v="1249" actId="1076"/>
          <ac:picMkLst>
            <pc:docMk/>
            <pc:sldMk cId="4223675885" sldId="369"/>
            <ac:picMk id="6" creationId="{D0DE49DF-7BC4-C9BC-63E5-ED477B07F4BB}"/>
          </ac:picMkLst>
        </pc:picChg>
      </pc:sldChg>
      <pc:sldChg chg="addSp modSp add mod">
        <pc:chgData name="Singh, Ravinder" userId="0eb443ab-daaa-4feb-a0be-29c589350732" providerId="ADAL" clId="{6B68F330-93C7-49DE-AE5B-45F5099E30E7}" dt="2024-08-12T01:41:52.314" v="1254" actId="1076"/>
        <pc:sldMkLst>
          <pc:docMk/>
          <pc:sldMk cId="3979983898" sldId="370"/>
        </pc:sldMkLst>
        <pc:spChg chg="mod">
          <ac:chgData name="Singh, Ravinder" userId="0eb443ab-daaa-4feb-a0be-29c589350732" providerId="ADAL" clId="{6B68F330-93C7-49DE-AE5B-45F5099E30E7}" dt="2024-08-12T01:39:26.370" v="1224" actId="20577"/>
          <ac:spMkLst>
            <pc:docMk/>
            <pc:sldMk cId="3979983898" sldId="370"/>
            <ac:spMk id="5" creationId="{7EAE3BEC-BC45-5973-01F7-3EE11FD4F43D}"/>
          </ac:spMkLst>
        </pc:spChg>
        <pc:picChg chg="add mod">
          <ac:chgData name="Singh, Ravinder" userId="0eb443ab-daaa-4feb-a0be-29c589350732" providerId="ADAL" clId="{6B68F330-93C7-49DE-AE5B-45F5099E30E7}" dt="2024-08-12T01:41:52.314" v="1254" actId="1076"/>
          <ac:picMkLst>
            <pc:docMk/>
            <pc:sldMk cId="3979983898" sldId="370"/>
            <ac:picMk id="6" creationId="{2009F7FE-E6DA-AD67-5CB6-AEFEDA137199}"/>
          </ac:picMkLst>
        </pc:picChg>
      </pc:sldChg>
      <pc:sldChg chg="modSp new mod">
        <pc:chgData name="Singh, Ravinder" userId="0eb443ab-daaa-4feb-a0be-29c589350732" providerId="ADAL" clId="{6B68F330-93C7-49DE-AE5B-45F5099E30E7}" dt="2024-08-12T04:24:31.343" v="2993" actId="5793"/>
        <pc:sldMkLst>
          <pc:docMk/>
          <pc:sldMk cId="3959601719" sldId="371"/>
        </pc:sldMkLst>
        <pc:spChg chg="mod">
          <ac:chgData name="Singh, Ravinder" userId="0eb443ab-daaa-4feb-a0be-29c589350732" providerId="ADAL" clId="{6B68F330-93C7-49DE-AE5B-45F5099E30E7}" dt="2024-08-12T04:24:31.343" v="2993" actId="5793"/>
          <ac:spMkLst>
            <pc:docMk/>
            <pc:sldMk cId="3959601719" sldId="371"/>
            <ac:spMk id="4" creationId="{44EE332B-F8F5-B8A5-A73D-5BC2E72EF416}"/>
          </ac:spMkLst>
        </pc:spChg>
        <pc:spChg chg="mod">
          <ac:chgData name="Singh, Ravinder" userId="0eb443ab-daaa-4feb-a0be-29c589350732" providerId="ADAL" clId="{6B68F330-93C7-49DE-AE5B-45F5099E30E7}" dt="2024-08-12T01:50:15.797" v="1559" actId="20577"/>
          <ac:spMkLst>
            <pc:docMk/>
            <pc:sldMk cId="3959601719" sldId="371"/>
            <ac:spMk id="5" creationId="{DA4EC7B2-C884-161D-AAC0-FE7898B9C82A}"/>
          </ac:spMkLst>
        </pc:spChg>
      </pc:sldChg>
      <pc:sldChg chg="del ord">
        <pc:chgData name="Singh, Ravinder" userId="0eb443ab-daaa-4feb-a0be-29c589350732" providerId="ADAL" clId="{6B68F330-93C7-49DE-AE5B-45F5099E30E7}" dt="2024-08-09T19:48:31.170" v="29" actId="47"/>
        <pc:sldMkLst>
          <pc:docMk/>
          <pc:sldMk cId="2769605852" sldId="564"/>
        </pc:sldMkLst>
      </pc:sldChg>
      <pc:sldChg chg="del ord">
        <pc:chgData name="Singh, Ravinder" userId="0eb443ab-daaa-4feb-a0be-29c589350732" providerId="ADAL" clId="{6B68F330-93C7-49DE-AE5B-45F5099E30E7}" dt="2024-08-09T19:48:31.170" v="29" actId="47"/>
        <pc:sldMkLst>
          <pc:docMk/>
          <pc:sldMk cId="2131745442" sldId="565"/>
        </pc:sldMkLst>
      </pc:sldChg>
    </pc:docChg>
  </pc:docChgLst>
  <pc:docChgLst>
    <pc:chgData name="Jhanvi Garg" userId="27d4af93-c45b-4f3c-9805-f02975bc97c9" providerId="ADAL" clId="{B69A08EE-4480-4BD7-8B61-9B95CCF88C17}"/>
    <pc:docChg chg="addSld delSld modSld">
      <pc:chgData name="Jhanvi Garg" userId="27d4af93-c45b-4f3c-9805-f02975bc97c9" providerId="ADAL" clId="{B69A08EE-4480-4BD7-8B61-9B95CCF88C17}" dt="2024-07-12T13:39:05.973" v="3" actId="47"/>
      <pc:docMkLst>
        <pc:docMk/>
      </pc:docMkLst>
      <pc:sldChg chg="add del">
        <pc:chgData name="Jhanvi Garg" userId="27d4af93-c45b-4f3c-9805-f02975bc97c9" providerId="ADAL" clId="{B69A08EE-4480-4BD7-8B61-9B95CCF88C17}" dt="2024-07-12T13:38:49.932" v="1" actId="47"/>
        <pc:sldMkLst>
          <pc:docMk/>
          <pc:sldMk cId="1184627892" sldId="566"/>
        </pc:sldMkLst>
      </pc:sldChg>
      <pc:sldChg chg="add del">
        <pc:chgData name="Jhanvi Garg" userId="27d4af93-c45b-4f3c-9805-f02975bc97c9" providerId="ADAL" clId="{B69A08EE-4480-4BD7-8B61-9B95CCF88C17}" dt="2024-07-12T13:39:05.973" v="3" actId="47"/>
        <pc:sldMkLst>
          <pc:docMk/>
          <pc:sldMk cId="3186031325" sldId="566"/>
        </pc:sldMkLst>
      </pc:sldChg>
    </pc:docChg>
  </pc:docChgLst>
  <pc:docChgLst>
    <pc:chgData name="Garg, Jhanvi" userId="S::jhanvi.garg@dsi.com::27d4af93-c45b-4f3c-9805-f02975bc97c9" providerId="AD" clId="Web-{6066087F-073F-B886-B11A-E718FFBBC996}"/>
    <pc:docChg chg="addSld modSld">
      <pc:chgData name="Garg, Jhanvi" userId="S::jhanvi.garg@dsi.com::27d4af93-c45b-4f3c-9805-f02975bc97c9" providerId="AD" clId="Web-{6066087F-073F-B886-B11A-E718FFBBC996}" dt="2024-07-03T16:30:52.537" v="94" actId="20577"/>
      <pc:docMkLst>
        <pc:docMk/>
      </pc:docMkLst>
      <pc:sldChg chg="modSp">
        <pc:chgData name="Garg, Jhanvi" userId="S::jhanvi.garg@dsi.com::27d4af93-c45b-4f3c-9805-f02975bc97c9" providerId="AD" clId="Web-{6066087F-073F-B886-B11A-E718FFBBC996}" dt="2024-07-03T16:29:39.878" v="85" actId="20577"/>
        <pc:sldMkLst>
          <pc:docMk/>
          <pc:sldMk cId="1331537718" sldId="307"/>
        </pc:sldMkLst>
        <pc:spChg chg="mod">
          <ac:chgData name="Garg, Jhanvi" userId="S::jhanvi.garg@dsi.com::27d4af93-c45b-4f3c-9805-f02975bc97c9" providerId="AD" clId="Web-{6066087F-073F-B886-B11A-E718FFBBC996}" dt="2024-07-03T16:29:39.878" v="85" actId="20577"/>
          <ac:spMkLst>
            <pc:docMk/>
            <pc:sldMk cId="1331537718" sldId="307"/>
            <ac:spMk id="4" creationId="{FB9C3B6C-A664-4411-85F4-A2B03DDDEA84}"/>
          </ac:spMkLst>
        </pc:spChg>
        <pc:spChg chg="mod">
          <ac:chgData name="Garg, Jhanvi" userId="S::jhanvi.garg@dsi.com::27d4af93-c45b-4f3c-9805-f02975bc97c9" providerId="AD" clId="Web-{6066087F-073F-B886-B11A-E718FFBBC996}" dt="2024-07-03T16:19:15.790" v="6" actId="20577"/>
          <ac:spMkLst>
            <pc:docMk/>
            <pc:sldMk cId="1331537718" sldId="307"/>
            <ac:spMk id="5" creationId="{A88BD3F6-3F43-41FC-A628-FB5343625F8D}"/>
          </ac:spMkLst>
        </pc:spChg>
      </pc:sldChg>
      <pc:sldChg chg="modSp new">
        <pc:chgData name="Garg, Jhanvi" userId="S::jhanvi.garg@dsi.com::27d4af93-c45b-4f3c-9805-f02975bc97c9" providerId="AD" clId="Web-{6066087F-073F-B886-B11A-E718FFBBC996}" dt="2024-07-03T16:30:52.537" v="94" actId="20577"/>
        <pc:sldMkLst>
          <pc:docMk/>
          <pc:sldMk cId="2573137887" sldId="311"/>
        </pc:sldMkLst>
        <pc:spChg chg="mod">
          <ac:chgData name="Garg, Jhanvi" userId="S::jhanvi.garg@dsi.com::27d4af93-c45b-4f3c-9805-f02975bc97c9" providerId="AD" clId="Web-{6066087F-073F-B886-B11A-E718FFBBC996}" dt="2024-07-03T16:30:52.537" v="94" actId="20577"/>
          <ac:spMkLst>
            <pc:docMk/>
            <pc:sldMk cId="2573137887" sldId="311"/>
            <ac:spMk id="4" creationId="{7EADA0B9-0C5A-A5C6-3A63-E8E4011BE745}"/>
          </ac:spMkLst>
        </pc:spChg>
        <pc:spChg chg="mod">
          <ac:chgData name="Garg, Jhanvi" userId="S::jhanvi.garg@dsi.com::27d4af93-c45b-4f3c-9805-f02975bc97c9" providerId="AD" clId="Web-{6066087F-073F-B886-B11A-E718FFBBC996}" dt="2024-07-03T16:30:21.646" v="89" actId="20577"/>
          <ac:spMkLst>
            <pc:docMk/>
            <pc:sldMk cId="2573137887" sldId="311"/>
            <ac:spMk id="5" creationId="{C548DE27-32D0-1D2F-64D8-893260FE1D49}"/>
          </ac:spMkLst>
        </pc:spChg>
      </pc:sldChg>
    </pc:docChg>
  </pc:docChgLst>
  <pc:docChgLst>
    <pc:chgData name="Singh, Ravinder" userId="0eb443ab-daaa-4feb-a0be-29c589350732" providerId="ADAL" clId="{5FC06259-56C8-47C8-8BCB-8334DFEDE159}"/>
    <pc:docChg chg="undo custSel addSld delSld modSld sldOrd">
      <pc:chgData name="Singh, Ravinder" userId="0eb443ab-daaa-4feb-a0be-29c589350732" providerId="ADAL" clId="{5FC06259-56C8-47C8-8BCB-8334DFEDE159}" dt="2024-07-12T03:54:32.094" v="7243" actId="20577"/>
      <pc:docMkLst>
        <pc:docMk/>
      </pc:docMkLst>
      <pc:sldChg chg="addSp modSp mod ord">
        <pc:chgData name="Singh, Ravinder" userId="0eb443ab-daaa-4feb-a0be-29c589350732" providerId="ADAL" clId="{5FC06259-56C8-47C8-8BCB-8334DFEDE159}" dt="2024-07-11T21:01:58.336" v="7134" actId="14100"/>
        <pc:sldMkLst>
          <pc:docMk/>
          <pc:sldMk cId="2273718744" sldId="304"/>
        </pc:sldMkLst>
        <pc:spChg chg="add mod">
          <ac:chgData name="Singh, Ravinder" userId="0eb443ab-daaa-4feb-a0be-29c589350732" providerId="ADAL" clId="{5FC06259-56C8-47C8-8BCB-8334DFEDE159}" dt="2024-07-11T21:01:58.336" v="7134" actId="14100"/>
          <ac:spMkLst>
            <pc:docMk/>
            <pc:sldMk cId="2273718744" sldId="304"/>
            <ac:spMk id="2" creationId="{9ECC20A1-85EA-BEEA-C81B-DFD58F0913A9}"/>
          </ac:spMkLst>
        </pc:spChg>
        <pc:spChg chg="mod">
          <ac:chgData name="Singh, Ravinder" userId="0eb443ab-daaa-4feb-a0be-29c589350732" providerId="ADAL" clId="{5FC06259-56C8-47C8-8BCB-8334DFEDE159}" dt="2024-07-11T17:28:33.913" v="7106" actId="14100"/>
          <ac:spMkLst>
            <pc:docMk/>
            <pc:sldMk cId="2273718744" sldId="304"/>
            <ac:spMk id="6" creationId="{D22AD122-2497-1240-9089-4A430A9342B2}"/>
          </ac:spMkLst>
        </pc:spChg>
      </pc:sldChg>
      <pc:sldChg chg="modSp add mod">
        <pc:chgData name="Singh, Ravinder" userId="0eb443ab-daaa-4feb-a0be-29c589350732" providerId="ADAL" clId="{5FC06259-56C8-47C8-8BCB-8334DFEDE159}" dt="2024-07-09T20:22:41.232" v="3596" actId="20577"/>
        <pc:sldMkLst>
          <pc:docMk/>
          <pc:sldMk cId="52377805" sldId="310"/>
        </pc:sldMkLst>
        <pc:spChg chg="mod">
          <ac:chgData name="Singh, Ravinder" userId="0eb443ab-daaa-4feb-a0be-29c589350732" providerId="ADAL" clId="{5FC06259-56C8-47C8-8BCB-8334DFEDE159}" dt="2024-07-09T20:22:41.232" v="3596" actId="20577"/>
          <ac:spMkLst>
            <pc:docMk/>
            <pc:sldMk cId="52377805" sldId="310"/>
            <ac:spMk id="7" creationId="{F46EBBE3-229E-D1FF-B1D0-10AAA8D88F94}"/>
          </ac:spMkLst>
        </pc:spChg>
      </pc:sldChg>
      <pc:sldChg chg="modSp add del mod">
        <pc:chgData name="Singh, Ravinder" userId="0eb443ab-daaa-4feb-a0be-29c589350732" providerId="ADAL" clId="{5FC06259-56C8-47C8-8BCB-8334DFEDE159}" dt="2024-07-09T18:05:54.893" v="3180" actId="2696"/>
        <pc:sldMkLst>
          <pc:docMk/>
          <pc:sldMk cId="2274844747" sldId="310"/>
        </pc:sldMkLst>
        <pc:spChg chg="mod">
          <ac:chgData name="Singh, Ravinder" userId="0eb443ab-daaa-4feb-a0be-29c589350732" providerId="ADAL" clId="{5FC06259-56C8-47C8-8BCB-8334DFEDE159}" dt="2024-07-09T01:26:50.470" v="3167" actId="20577"/>
          <ac:spMkLst>
            <pc:docMk/>
            <pc:sldMk cId="2274844747" sldId="310"/>
            <ac:spMk id="7" creationId="{F46EBBE3-229E-D1FF-B1D0-10AAA8D88F94}"/>
          </ac:spMkLst>
        </pc:spChg>
      </pc:sldChg>
      <pc:sldChg chg="modSp add del mod delCm modCm">
        <pc:chgData name="Singh, Ravinder" userId="0eb443ab-daaa-4feb-a0be-29c589350732" providerId="ADAL" clId="{5FC06259-56C8-47C8-8BCB-8334DFEDE159}" dt="2024-07-09T18:05:54.893" v="3180" actId="2696"/>
        <pc:sldMkLst>
          <pc:docMk/>
          <pc:sldMk cId="635124039" sldId="312"/>
        </pc:sldMkLst>
        <pc:spChg chg="mod">
          <ac:chgData name="Singh, Ravinder" userId="0eb443ab-daaa-4feb-a0be-29c589350732" providerId="ADAL" clId="{5FC06259-56C8-47C8-8BCB-8334DFEDE159}" dt="2024-07-09T01:28:30.713" v="3178" actId="207"/>
          <ac:spMkLst>
            <pc:docMk/>
            <pc:sldMk cId="635124039" sldId="312"/>
            <ac:spMk id="4" creationId="{0EF1D370-D7EE-DF60-F7A0-52C1899F6F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Singh, Ravinder" userId="0eb443ab-daaa-4feb-a0be-29c589350732" providerId="ADAL" clId="{5FC06259-56C8-47C8-8BCB-8334DFEDE159}" dt="2024-07-09T01:27:55.026" v="3171"/>
              <pc2:cmMkLst xmlns:pc2="http://schemas.microsoft.com/office/powerpoint/2019/9/main/command">
                <pc:docMk/>
                <pc:sldMk cId="635124039" sldId="312"/>
                <pc2:cmMk id="{F83B2B22-169B-44CB-A5B9-04E714496F78}"/>
              </pc2:cmMkLst>
            </pc226:cmChg>
          </p:ext>
        </pc:extLst>
      </pc:sldChg>
      <pc:sldChg chg="modSp add mod">
        <pc:chgData name="Singh, Ravinder" userId="0eb443ab-daaa-4feb-a0be-29c589350732" providerId="ADAL" clId="{5FC06259-56C8-47C8-8BCB-8334DFEDE159}" dt="2024-07-10T22:42:12.779" v="5901" actId="122"/>
        <pc:sldMkLst>
          <pc:docMk/>
          <pc:sldMk cId="4179614144" sldId="312"/>
        </pc:sldMkLst>
        <pc:spChg chg="mod">
          <ac:chgData name="Singh, Ravinder" userId="0eb443ab-daaa-4feb-a0be-29c589350732" providerId="ADAL" clId="{5FC06259-56C8-47C8-8BCB-8334DFEDE159}" dt="2024-07-10T22:42:12.779" v="5901" actId="122"/>
          <ac:spMkLst>
            <pc:docMk/>
            <pc:sldMk cId="4179614144" sldId="312"/>
            <ac:spMk id="4" creationId="{0EF1D370-D7EE-DF60-F7A0-52C1899F6F85}"/>
          </ac:spMkLst>
        </pc:spChg>
        <pc:spChg chg="mod">
          <ac:chgData name="Singh, Ravinder" userId="0eb443ab-daaa-4feb-a0be-29c589350732" providerId="ADAL" clId="{5FC06259-56C8-47C8-8BCB-8334DFEDE159}" dt="2024-07-10T22:38:52.817" v="5627" actId="14100"/>
          <ac:spMkLst>
            <pc:docMk/>
            <pc:sldMk cId="4179614144" sldId="312"/>
            <ac:spMk id="5" creationId="{506E61FE-56A9-EDEB-6429-BE24B9BB6846}"/>
          </ac:spMkLst>
        </pc:spChg>
      </pc:sldChg>
      <pc:sldChg chg="add del delCm">
        <pc:chgData name="Singh, Ravinder" userId="0eb443ab-daaa-4feb-a0be-29c589350732" providerId="ADAL" clId="{5FC06259-56C8-47C8-8BCB-8334DFEDE159}" dt="2024-07-09T18:05:54.893" v="3180" actId="2696"/>
        <pc:sldMkLst>
          <pc:docMk/>
          <pc:sldMk cId="1550849482" sldId="31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ingh, Ravinder" userId="0eb443ab-daaa-4feb-a0be-29c589350732" providerId="ADAL" clId="{5FC06259-56C8-47C8-8BCB-8334DFEDE159}" dt="2024-07-09T01:28:49.532" v="3179"/>
              <pc2:cmMkLst xmlns:pc2="http://schemas.microsoft.com/office/powerpoint/2019/9/main/command">
                <pc:docMk/>
                <pc:sldMk cId="1550849482" sldId="313"/>
                <pc2:cmMk id="{69E36339-03CA-4B9C-B494-D0F2400BAE3C}"/>
              </pc2:cmMkLst>
            </pc226:cmChg>
          </p:ext>
        </pc:extLst>
      </pc:sldChg>
      <pc:sldChg chg="modSp add mod">
        <pc:chgData name="Singh, Ravinder" userId="0eb443ab-daaa-4feb-a0be-29c589350732" providerId="ADAL" clId="{5FC06259-56C8-47C8-8BCB-8334DFEDE159}" dt="2024-07-12T03:54:32.094" v="7243" actId="20577"/>
        <pc:sldMkLst>
          <pc:docMk/>
          <pc:sldMk cId="2963110839" sldId="313"/>
        </pc:sldMkLst>
        <pc:spChg chg="mod">
          <ac:chgData name="Singh, Ravinder" userId="0eb443ab-daaa-4feb-a0be-29c589350732" providerId="ADAL" clId="{5FC06259-56C8-47C8-8BCB-8334DFEDE159}" dt="2024-07-12T03:54:32.094" v="7243" actId="20577"/>
          <ac:spMkLst>
            <pc:docMk/>
            <pc:sldMk cId="2963110839" sldId="313"/>
            <ac:spMk id="4" creationId="{DE84310A-0E4E-2284-4B2F-6A965F033D1F}"/>
          </ac:spMkLst>
        </pc:spChg>
      </pc:sldChg>
      <pc:sldChg chg="modSp new mod ord">
        <pc:chgData name="Singh, Ravinder" userId="0eb443ab-daaa-4feb-a0be-29c589350732" providerId="ADAL" clId="{5FC06259-56C8-47C8-8BCB-8334DFEDE159}" dt="2024-07-09T20:19:22.483" v="3548" actId="20577"/>
        <pc:sldMkLst>
          <pc:docMk/>
          <pc:sldMk cId="636470552" sldId="326"/>
        </pc:sldMkLst>
        <pc:spChg chg="mod">
          <ac:chgData name="Singh, Ravinder" userId="0eb443ab-daaa-4feb-a0be-29c589350732" providerId="ADAL" clId="{5FC06259-56C8-47C8-8BCB-8334DFEDE159}" dt="2024-07-09T20:19:22.483" v="3548" actId="20577"/>
          <ac:spMkLst>
            <pc:docMk/>
            <pc:sldMk cId="636470552" sldId="326"/>
            <ac:spMk id="4" creationId="{46EC5005-DCC4-5BA8-E280-196E7FC686B3}"/>
          </ac:spMkLst>
        </pc:spChg>
        <pc:spChg chg="mod">
          <ac:chgData name="Singh, Ravinder" userId="0eb443ab-daaa-4feb-a0be-29c589350732" providerId="ADAL" clId="{5FC06259-56C8-47C8-8BCB-8334DFEDE159}" dt="2024-07-05T22:48:23.377" v="720" actId="14100"/>
          <ac:spMkLst>
            <pc:docMk/>
            <pc:sldMk cId="636470552" sldId="326"/>
            <ac:spMk id="5" creationId="{CD2FE5A4-1028-5656-5D2C-1CB6A1286D19}"/>
          </ac:spMkLst>
        </pc:spChg>
      </pc:sldChg>
      <pc:sldChg chg="add del">
        <pc:chgData name="Singh, Ravinder" userId="0eb443ab-daaa-4feb-a0be-29c589350732" providerId="ADAL" clId="{5FC06259-56C8-47C8-8BCB-8334DFEDE159}" dt="2024-07-11T17:29:01.753" v="7108" actId="2696"/>
        <pc:sldMkLst>
          <pc:docMk/>
          <pc:sldMk cId="349124792" sldId="327"/>
        </pc:sldMkLst>
      </pc:sldChg>
      <pc:sldChg chg="addSp delSp modSp new del mod">
        <pc:chgData name="Singh, Ravinder" userId="0eb443ab-daaa-4feb-a0be-29c589350732" providerId="ADAL" clId="{5FC06259-56C8-47C8-8BCB-8334DFEDE159}" dt="2024-07-10T17:35:02.804" v="3911" actId="2696"/>
        <pc:sldMkLst>
          <pc:docMk/>
          <pc:sldMk cId="1686190834" sldId="327"/>
        </pc:sldMkLst>
        <pc:spChg chg="mod">
          <ac:chgData name="Singh, Ravinder" userId="0eb443ab-daaa-4feb-a0be-29c589350732" providerId="ADAL" clId="{5FC06259-56C8-47C8-8BCB-8334DFEDE159}" dt="2024-07-08T15:45:07.054" v="887" actId="20577"/>
          <ac:spMkLst>
            <pc:docMk/>
            <pc:sldMk cId="1686190834" sldId="327"/>
            <ac:spMk id="4" creationId="{924D46F1-59B2-E4D9-5D06-62B00ABAEA77}"/>
          </ac:spMkLst>
        </pc:spChg>
        <pc:spChg chg="mod">
          <ac:chgData name="Singh, Ravinder" userId="0eb443ab-daaa-4feb-a0be-29c589350732" providerId="ADAL" clId="{5FC06259-56C8-47C8-8BCB-8334DFEDE159}" dt="2024-07-08T15:38:00.403" v="778" actId="14100"/>
          <ac:spMkLst>
            <pc:docMk/>
            <pc:sldMk cId="1686190834" sldId="327"/>
            <ac:spMk id="5" creationId="{9F98EBF1-BE3A-9CC2-154F-BC9C014EA3A6}"/>
          </ac:spMkLst>
        </pc:spChg>
        <pc:spChg chg="add mod">
          <ac:chgData name="Singh, Ravinder" userId="0eb443ab-daaa-4feb-a0be-29c589350732" providerId="ADAL" clId="{5FC06259-56C8-47C8-8BCB-8334DFEDE159}" dt="2024-07-08T15:45:31.350" v="890" actId="1076"/>
          <ac:spMkLst>
            <pc:docMk/>
            <pc:sldMk cId="1686190834" sldId="327"/>
            <ac:spMk id="8" creationId="{E0AF7B9F-EF81-8F4A-A22A-32BA7103580B}"/>
          </ac:spMkLst>
        </pc:spChg>
        <pc:spChg chg="add mod">
          <ac:chgData name="Singh, Ravinder" userId="0eb443ab-daaa-4feb-a0be-29c589350732" providerId="ADAL" clId="{5FC06259-56C8-47C8-8BCB-8334DFEDE159}" dt="2024-07-08T15:39:33.230" v="815" actId="1076"/>
          <ac:spMkLst>
            <pc:docMk/>
            <pc:sldMk cId="1686190834" sldId="327"/>
            <ac:spMk id="12" creationId="{22B19E62-C9B2-1CD8-B76B-DD3B49122BD9}"/>
          </ac:spMkLst>
        </pc:spChg>
        <pc:spChg chg="add mod">
          <ac:chgData name="Singh, Ravinder" userId="0eb443ab-daaa-4feb-a0be-29c589350732" providerId="ADAL" clId="{5FC06259-56C8-47C8-8BCB-8334DFEDE159}" dt="2024-07-08T17:33:51.017" v="1816" actId="14100"/>
          <ac:spMkLst>
            <pc:docMk/>
            <pc:sldMk cId="1686190834" sldId="327"/>
            <ac:spMk id="17" creationId="{7CF5B403-4B91-1396-D7B7-F59B3D5659FD}"/>
          </ac:spMkLst>
        </pc:spChg>
        <pc:spChg chg="add mod">
          <ac:chgData name="Singh, Ravinder" userId="0eb443ab-daaa-4feb-a0be-29c589350732" providerId="ADAL" clId="{5FC06259-56C8-47C8-8BCB-8334DFEDE159}" dt="2024-07-08T17:33:57.819" v="1817" actId="1076"/>
          <ac:spMkLst>
            <pc:docMk/>
            <pc:sldMk cId="1686190834" sldId="327"/>
            <ac:spMk id="18" creationId="{F9FB9EE0-389E-B9EB-484F-0B6FCCB59D95}"/>
          </ac:spMkLst>
        </pc:spChg>
        <pc:spChg chg="add del mod">
          <ac:chgData name="Singh, Ravinder" userId="0eb443ab-daaa-4feb-a0be-29c589350732" providerId="ADAL" clId="{5FC06259-56C8-47C8-8BCB-8334DFEDE159}" dt="2024-07-08T15:50:34.297" v="1050" actId="478"/>
          <ac:spMkLst>
            <pc:docMk/>
            <pc:sldMk cId="1686190834" sldId="327"/>
            <ac:spMk id="19" creationId="{CAE3401B-9CD4-7439-370C-97EB3F3EEC79}"/>
          </ac:spMkLst>
        </pc:spChg>
        <pc:spChg chg="add mod">
          <ac:chgData name="Singh, Ravinder" userId="0eb443ab-daaa-4feb-a0be-29c589350732" providerId="ADAL" clId="{5FC06259-56C8-47C8-8BCB-8334DFEDE159}" dt="2024-07-08T17:48:00.667" v="1820" actId="1076"/>
          <ac:spMkLst>
            <pc:docMk/>
            <pc:sldMk cId="1686190834" sldId="327"/>
            <ac:spMk id="22" creationId="{18D6A288-6482-E0BB-C023-A39E81236E36}"/>
          </ac:spMkLst>
        </pc:spChg>
        <pc:spChg chg="add mod">
          <ac:chgData name="Singh, Ravinder" userId="0eb443ab-daaa-4feb-a0be-29c589350732" providerId="ADAL" clId="{5FC06259-56C8-47C8-8BCB-8334DFEDE159}" dt="2024-07-08T17:48:11.836" v="1822" actId="1076"/>
          <ac:spMkLst>
            <pc:docMk/>
            <pc:sldMk cId="1686190834" sldId="327"/>
            <ac:spMk id="23" creationId="{ADDE3929-2D8A-5605-D986-6971EFED2B5A}"/>
          </ac:spMkLst>
        </pc:spChg>
        <pc:spChg chg="add mod">
          <ac:chgData name="Singh, Ravinder" userId="0eb443ab-daaa-4feb-a0be-29c589350732" providerId="ADAL" clId="{5FC06259-56C8-47C8-8BCB-8334DFEDE159}" dt="2024-07-08T17:50:08.110" v="1983" actId="14100"/>
          <ac:spMkLst>
            <pc:docMk/>
            <pc:sldMk cId="1686190834" sldId="327"/>
            <ac:spMk id="24" creationId="{097CD6BF-65B8-6A67-41CF-BAA4DAC45444}"/>
          </ac:spMkLst>
        </pc:spChg>
        <pc:spChg chg="add del">
          <ac:chgData name="Singh, Ravinder" userId="0eb443ab-daaa-4feb-a0be-29c589350732" providerId="ADAL" clId="{5FC06259-56C8-47C8-8BCB-8334DFEDE159}" dt="2024-07-08T17:51:35.747" v="1985" actId="11529"/>
          <ac:spMkLst>
            <pc:docMk/>
            <pc:sldMk cId="1686190834" sldId="327"/>
            <ac:spMk id="25" creationId="{D09F97CF-9A82-C62B-15C5-523DA48345E5}"/>
          </ac:spMkLst>
        </pc:spChg>
        <pc:spChg chg="add mod">
          <ac:chgData name="Singh, Ravinder" userId="0eb443ab-daaa-4feb-a0be-29c589350732" providerId="ADAL" clId="{5FC06259-56C8-47C8-8BCB-8334DFEDE159}" dt="2024-07-08T17:51:52.329" v="1987" actId="207"/>
          <ac:spMkLst>
            <pc:docMk/>
            <pc:sldMk cId="1686190834" sldId="327"/>
            <ac:spMk id="26" creationId="{011FBB4F-8F7E-8E69-B6D0-8FC42FAFC858}"/>
          </ac:spMkLst>
        </pc:spChg>
        <pc:picChg chg="add del mod">
          <ac:chgData name="Singh, Ravinder" userId="0eb443ab-daaa-4feb-a0be-29c589350732" providerId="ADAL" clId="{5FC06259-56C8-47C8-8BCB-8334DFEDE159}" dt="2024-07-08T15:50:36.084" v="1051" actId="478"/>
          <ac:picMkLst>
            <pc:docMk/>
            <pc:sldMk cId="1686190834" sldId="327"/>
            <ac:picMk id="14" creationId="{97C16E0B-105F-A8CB-B5EC-9A97B19C5B86}"/>
          </ac:picMkLst>
        </pc:picChg>
        <pc:picChg chg="add mod">
          <ac:chgData name="Singh, Ravinder" userId="0eb443ab-daaa-4feb-a0be-29c589350732" providerId="ADAL" clId="{5FC06259-56C8-47C8-8BCB-8334DFEDE159}" dt="2024-07-08T17:47:52.550" v="1818" actId="1076"/>
          <ac:picMkLst>
            <pc:docMk/>
            <pc:sldMk cId="1686190834" sldId="327"/>
            <ac:picMk id="21" creationId="{2FF15AEE-2572-282A-4066-6842FBC78F22}"/>
          </ac:picMkLst>
        </pc:picChg>
        <pc:cxnChg chg="add mod">
          <ac:chgData name="Singh, Ravinder" userId="0eb443ab-daaa-4feb-a0be-29c589350732" providerId="ADAL" clId="{5FC06259-56C8-47C8-8BCB-8334DFEDE159}" dt="2024-07-08T15:45:37.860" v="891" actId="1076"/>
          <ac:cxnSpMkLst>
            <pc:docMk/>
            <pc:sldMk cId="1686190834" sldId="327"/>
            <ac:cxnSpMk id="7" creationId="{706BFFD9-ADBD-CD0E-744A-E1CE89CBAAAD}"/>
          </ac:cxnSpMkLst>
        </pc:cxnChg>
        <pc:cxnChg chg="add mod">
          <ac:chgData name="Singh, Ravinder" userId="0eb443ab-daaa-4feb-a0be-29c589350732" providerId="ADAL" clId="{5FC06259-56C8-47C8-8BCB-8334DFEDE159}" dt="2024-07-08T15:38:56.623" v="780" actId="11529"/>
          <ac:cxnSpMkLst>
            <pc:docMk/>
            <pc:sldMk cId="1686190834" sldId="327"/>
            <ac:cxnSpMk id="11" creationId="{E93F83D0-6FE3-94D5-2F97-2073DC122BDF}"/>
          </ac:cxnSpMkLst>
        </pc:cxnChg>
      </pc:sldChg>
      <pc:sldChg chg="addSp modSp new add del mod">
        <pc:chgData name="Singh, Ravinder" userId="0eb443ab-daaa-4feb-a0be-29c589350732" providerId="ADAL" clId="{5FC06259-56C8-47C8-8BCB-8334DFEDE159}" dt="2024-07-10T17:35:02.804" v="3911" actId="2696"/>
        <pc:sldMkLst>
          <pc:docMk/>
          <pc:sldMk cId="3200968812" sldId="328"/>
        </pc:sldMkLst>
        <pc:spChg chg="mod">
          <ac:chgData name="Singh, Ravinder" userId="0eb443ab-daaa-4feb-a0be-29c589350732" providerId="ADAL" clId="{5FC06259-56C8-47C8-8BCB-8334DFEDE159}" dt="2024-07-10T15:12:11.632" v="3678" actId="400"/>
          <ac:spMkLst>
            <pc:docMk/>
            <pc:sldMk cId="3200968812" sldId="328"/>
            <ac:spMk id="4" creationId="{81519A4B-904A-3FEF-FC4A-51E01AF7B1BF}"/>
          </ac:spMkLst>
        </pc:spChg>
        <pc:spChg chg="mod">
          <ac:chgData name="Singh, Ravinder" userId="0eb443ab-daaa-4feb-a0be-29c589350732" providerId="ADAL" clId="{5FC06259-56C8-47C8-8BCB-8334DFEDE159}" dt="2024-07-08T15:42:55.094" v="822" actId="14100"/>
          <ac:spMkLst>
            <pc:docMk/>
            <pc:sldMk cId="3200968812" sldId="328"/>
            <ac:spMk id="5" creationId="{4E078030-59C0-F5A4-BDD1-D9710003650A}"/>
          </ac:spMkLst>
        </pc:spChg>
        <pc:spChg chg="add mod">
          <ac:chgData name="Singh, Ravinder" userId="0eb443ab-daaa-4feb-a0be-29c589350732" providerId="ADAL" clId="{5FC06259-56C8-47C8-8BCB-8334DFEDE159}" dt="2024-07-08T16:09:41.022" v="1059" actId="1076"/>
          <ac:spMkLst>
            <pc:docMk/>
            <pc:sldMk cId="3200968812" sldId="328"/>
            <ac:spMk id="7" creationId="{F546DDF8-0EFE-7FEB-C3EE-BC3080FDD9B8}"/>
          </ac:spMkLst>
        </pc:spChg>
        <pc:spChg chg="add mod">
          <ac:chgData name="Singh, Ravinder" userId="0eb443ab-daaa-4feb-a0be-29c589350732" providerId="ADAL" clId="{5FC06259-56C8-47C8-8BCB-8334DFEDE159}" dt="2024-07-08T16:09:55.766" v="1072" actId="1076"/>
          <ac:spMkLst>
            <pc:docMk/>
            <pc:sldMk cId="3200968812" sldId="328"/>
            <ac:spMk id="8" creationId="{63919DE0-C201-C15C-DECA-CA08701F5E64}"/>
          </ac:spMkLst>
        </pc:spChg>
        <pc:graphicFrameChg chg="add mod modGraphic">
          <ac:chgData name="Singh, Ravinder" userId="0eb443ab-daaa-4feb-a0be-29c589350732" providerId="ADAL" clId="{5FC06259-56C8-47C8-8BCB-8334DFEDE159}" dt="2024-07-08T16:09:49.037" v="1060" actId="1076"/>
          <ac:graphicFrameMkLst>
            <pc:docMk/>
            <pc:sldMk cId="3200968812" sldId="328"/>
            <ac:graphicFrameMk id="6" creationId="{E26BDFB2-AC72-7610-77E6-0FE3ADE7C4FE}"/>
          </ac:graphicFrameMkLst>
        </pc:graphicFrameChg>
      </pc:sldChg>
      <pc:sldChg chg="add del">
        <pc:chgData name="Singh, Ravinder" userId="0eb443ab-daaa-4feb-a0be-29c589350732" providerId="ADAL" clId="{5FC06259-56C8-47C8-8BCB-8334DFEDE159}" dt="2024-07-11T17:29:01.753" v="7108" actId="2696"/>
        <pc:sldMkLst>
          <pc:docMk/>
          <pc:sldMk cId="3380238903" sldId="328"/>
        </pc:sldMkLst>
      </pc:sldChg>
      <pc:sldChg chg="addSp delSp modSp new mod">
        <pc:chgData name="Singh, Ravinder" userId="0eb443ab-daaa-4feb-a0be-29c589350732" providerId="ADAL" clId="{5FC06259-56C8-47C8-8BCB-8334DFEDE159}" dt="2024-07-10T20:32:38.002" v="3982" actId="1076"/>
        <pc:sldMkLst>
          <pc:docMk/>
          <pc:sldMk cId="1063851000" sldId="329"/>
        </pc:sldMkLst>
        <pc:spChg chg="del">
          <ac:chgData name="Singh, Ravinder" userId="0eb443ab-daaa-4feb-a0be-29c589350732" providerId="ADAL" clId="{5FC06259-56C8-47C8-8BCB-8334DFEDE159}" dt="2024-07-08T15:49:41.025" v="1039" actId="478"/>
          <ac:spMkLst>
            <pc:docMk/>
            <pc:sldMk cId="1063851000" sldId="329"/>
            <ac:spMk id="4" creationId="{71465EC8-C00E-D128-FB83-EF9F9F402D5B}"/>
          </ac:spMkLst>
        </pc:spChg>
        <pc:spChg chg="mod">
          <ac:chgData name="Singh, Ravinder" userId="0eb443ab-daaa-4feb-a0be-29c589350732" providerId="ADAL" clId="{5FC06259-56C8-47C8-8BCB-8334DFEDE159}" dt="2024-07-10T19:54:36.630" v="3976" actId="313"/>
          <ac:spMkLst>
            <pc:docMk/>
            <pc:sldMk cId="1063851000" sldId="329"/>
            <ac:spMk id="5" creationId="{DCA0E2EB-9DD0-3DDB-1EC0-0A9A465AF2C5}"/>
          </ac:spMkLst>
        </pc:spChg>
        <pc:spChg chg="add mod">
          <ac:chgData name="Singh, Ravinder" userId="0eb443ab-daaa-4feb-a0be-29c589350732" providerId="ADAL" clId="{5FC06259-56C8-47C8-8BCB-8334DFEDE159}" dt="2024-07-10T20:32:38.002" v="3982" actId="1076"/>
          <ac:spMkLst>
            <pc:docMk/>
            <pc:sldMk cId="1063851000" sldId="329"/>
            <ac:spMk id="7" creationId="{62F0FF1C-0B5B-8751-D8CD-8307A2715358}"/>
          </ac:spMkLst>
        </pc:spChg>
        <pc:picChg chg="add mod">
          <ac:chgData name="Singh, Ravinder" userId="0eb443ab-daaa-4feb-a0be-29c589350732" providerId="ADAL" clId="{5FC06259-56C8-47C8-8BCB-8334DFEDE159}" dt="2024-07-10T20:32:20.677" v="3979" actId="1076"/>
          <ac:picMkLst>
            <pc:docMk/>
            <pc:sldMk cId="1063851000" sldId="329"/>
            <ac:picMk id="6" creationId="{A1CF6F25-0B81-B9A6-10CA-3F07DAACF203}"/>
          </ac:picMkLst>
        </pc:picChg>
      </pc:sldChg>
      <pc:sldChg chg="modSp new mod">
        <pc:chgData name="Singh, Ravinder" userId="0eb443ab-daaa-4feb-a0be-29c589350732" providerId="ADAL" clId="{5FC06259-56C8-47C8-8BCB-8334DFEDE159}" dt="2024-07-11T15:45:07.360" v="5928" actId="20577"/>
        <pc:sldMkLst>
          <pc:docMk/>
          <pc:sldMk cId="1465947914" sldId="330"/>
        </pc:sldMkLst>
        <pc:spChg chg="mod">
          <ac:chgData name="Singh, Ravinder" userId="0eb443ab-daaa-4feb-a0be-29c589350732" providerId="ADAL" clId="{5FC06259-56C8-47C8-8BCB-8334DFEDE159}" dt="2024-07-11T15:45:07.360" v="5928" actId="20577"/>
          <ac:spMkLst>
            <pc:docMk/>
            <pc:sldMk cId="1465947914" sldId="330"/>
            <ac:spMk id="4" creationId="{2C1F5074-40D5-BC3B-9487-0687A972019B}"/>
          </ac:spMkLst>
        </pc:spChg>
        <pc:spChg chg="mod">
          <ac:chgData name="Singh, Ravinder" userId="0eb443ab-daaa-4feb-a0be-29c589350732" providerId="ADAL" clId="{5FC06259-56C8-47C8-8BCB-8334DFEDE159}" dt="2024-07-10T17:36:25.536" v="3960" actId="20577"/>
          <ac:spMkLst>
            <pc:docMk/>
            <pc:sldMk cId="1465947914" sldId="330"/>
            <ac:spMk id="5" creationId="{43BC1434-731E-3065-899A-D774F051457F}"/>
          </ac:spMkLst>
        </pc:spChg>
      </pc:sldChg>
      <pc:sldChg chg="modSp new mod ord">
        <pc:chgData name="Singh, Ravinder" userId="0eb443ab-daaa-4feb-a0be-29c589350732" providerId="ADAL" clId="{5FC06259-56C8-47C8-8BCB-8334DFEDE159}" dt="2024-07-09T20:28:38.070" v="3626" actId="14100"/>
        <pc:sldMkLst>
          <pc:docMk/>
          <pc:sldMk cId="831324375" sldId="331"/>
        </pc:sldMkLst>
        <pc:spChg chg="mod">
          <ac:chgData name="Singh, Ravinder" userId="0eb443ab-daaa-4feb-a0be-29c589350732" providerId="ADAL" clId="{5FC06259-56C8-47C8-8BCB-8334DFEDE159}" dt="2024-07-09T20:28:22.354" v="3621" actId="20577"/>
          <ac:spMkLst>
            <pc:docMk/>
            <pc:sldMk cId="831324375" sldId="331"/>
            <ac:spMk id="4" creationId="{9B0F65F9-9503-B37B-ADF8-CD4359FA8ED6}"/>
          </ac:spMkLst>
        </pc:spChg>
        <pc:spChg chg="mod">
          <ac:chgData name="Singh, Ravinder" userId="0eb443ab-daaa-4feb-a0be-29c589350732" providerId="ADAL" clId="{5FC06259-56C8-47C8-8BCB-8334DFEDE159}" dt="2024-07-09T20:28:38.070" v="3626" actId="14100"/>
          <ac:spMkLst>
            <pc:docMk/>
            <pc:sldMk cId="831324375" sldId="331"/>
            <ac:spMk id="5" creationId="{594BB8B5-FC6B-D284-BE2E-120D6A61AACF}"/>
          </ac:spMkLst>
        </pc:spChg>
      </pc:sldChg>
      <pc:sldChg chg="addSp delSp modSp new mod modClrScheme chgLayout">
        <pc:chgData name="Singh, Ravinder" userId="0eb443ab-daaa-4feb-a0be-29c589350732" providerId="ADAL" clId="{5FC06259-56C8-47C8-8BCB-8334DFEDE159}" dt="2024-07-12T03:40:17.621" v="7152" actId="20577"/>
        <pc:sldMkLst>
          <pc:docMk/>
          <pc:sldMk cId="584799807" sldId="332"/>
        </pc:sldMkLst>
        <pc:spChg chg="mod">
          <ac:chgData name="Singh, Ravinder" userId="0eb443ab-daaa-4feb-a0be-29c589350732" providerId="ADAL" clId="{5FC06259-56C8-47C8-8BCB-8334DFEDE159}" dt="2024-07-11T16:11:45" v="6306" actId="26606"/>
          <ac:spMkLst>
            <pc:docMk/>
            <pc:sldMk cId="584799807" sldId="332"/>
            <ac:spMk id="2" creationId="{42F1821B-3F4B-011B-1FB7-6418A561E7BA}"/>
          </ac:spMkLst>
        </pc:spChg>
        <pc:spChg chg="mod">
          <ac:chgData name="Singh, Ravinder" userId="0eb443ab-daaa-4feb-a0be-29c589350732" providerId="ADAL" clId="{5FC06259-56C8-47C8-8BCB-8334DFEDE159}" dt="2024-07-11T16:11:45" v="6306" actId="26606"/>
          <ac:spMkLst>
            <pc:docMk/>
            <pc:sldMk cId="584799807" sldId="332"/>
            <ac:spMk id="3" creationId="{1FE6CC30-892B-B136-C5F1-6C20FA0EA29D}"/>
          </ac:spMkLst>
        </pc:spChg>
        <pc:spChg chg="del">
          <ac:chgData name="Singh, Ravinder" userId="0eb443ab-daaa-4feb-a0be-29c589350732" providerId="ADAL" clId="{5FC06259-56C8-47C8-8BCB-8334DFEDE159}" dt="2024-07-08T23:17:15.555" v="2021"/>
          <ac:spMkLst>
            <pc:docMk/>
            <pc:sldMk cId="584799807" sldId="332"/>
            <ac:spMk id="4" creationId="{837C3BBD-C97C-3DA4-CE97-6876E0A3A508}"/>
          </ac:spMkLst>
        </pc:spChg>
        <pc:spChg chg="add del mod">
          <ac:chgData name="Singh, Ravinder" userId="0eb443ab-daaa-4feb-a0be-29c589350732" providerId="ADAL" clId="{5FC06259-56C8-47C8-8BCB-8334DFEDE159}" dt="2024-07-11T15:49:20.547" v="5933"/>
          <ac:spMkLst>
            <pc:docMk/>
            <pc:sldMk cId="584799807" sldId="332"/>
            <ac:spMk id="4" creationId="{F5C861D0-F930-8CE6-647A-BAD670B77E7F}"/>
          </ac:spMkLst>
        </pc:spChg>
        <pc:spChg chg="mod ord">
          <ac:chgData name="Singh, Ravinder" userId="0eb443ab-daaa-4feb-a0be-29c589350732" providerId="ADAL" clId="{5FC06259-56C8-47C8-8BCB-8334DFEDE159}" dt="2024-07-11T16:11:45" v="6306" actId="26606"/>
          <ac:spMkLst>
            <pc:docMk/>
            <pc:sldMk cId="584799807" sldId="332"/>
            <ac:spMk id="5" creationId="{BF288CA7-7B37-E907-220F-D57E629F9174}"/>
          </ac:spMkLst>
        </pc:spChg>
        <pc:spChg chg="add del mod">
          <ac:chgData name="Singh, Ravinder" userId="0eb443ab-daaa-4feb-a0be-29c589350732" providerId="ADAL" clId="{5FC06259-56C8-47C8-8BCB-8334DFEDE159}" dt="2024-07-11T15:45:31.396" v="5929" actId="478"/>
          <ac:spMkLst>
            <pc:docMk/>
            <pc:sldMk cId="584799807" sldId="332"/>
            <ac:spMk id="6" creationId="{8352897A-A3C0-B255-7B0F-CEB868216BC0}"/>
          </ac:spMkLst>
        </pc:spChg>
        <pc:spChg chg="add del mod">
          <ac:chgData name="Singh, Ravinder" userId="0eb443ab-daaa-4feb-a0be-29c589350732" providerId="ADAL" clId="{5FC06259-56C8-47C8-8BCB-8334DFEDE159}" dt="2024-07-11T15:54:04.590" v="5970" actId="478"/>
          <ac:spMkLst>
            <pc:docMk/>
            <pc:sldMk cId="584799807" sldId="332"/>
            <ac:spMk id="7" creationId="{9AD50008-F6F5-54CE-9C9A-636F083C9067}"/>
          </ac:spMkLst>
        </pc:spChg>
        <pc:spChg chg="add del mod">
          <ac:chgData name="Singh, Ravinder" userId="0eb443ab-daaa-4feb-a0be-29c589350732" providerId="ADAL" clId="{5FC06259-56C8-47C8-8BCB-8334DFEDE159}" dt="2024-07-11T15:54:01.055" v="5969" actId="478"/>
          <ac:spMkLst>
            <pc:docMk/>
            <pc:sldMk cId="584799807" sldId="332"/>
            <ac:spMk id="10" creationId="{2E9823F1-ADFB-A9EB-CCB6-56D920D6E6AE}"/>
          </ac:spMkLst>
        </pc:spChg>
        <pc:spChg chg="add del mod">
          <ac:chgData name="Singh, Ravinder" userId="0eb443ab-daaa-4feb-a0be-29c589350732" providerId="ADAL" clId="{5FC06259-56C8-47C8-8BCB-8334DFEDE159}" dt="2024-07-11T15:54:19.876" v="5973"/>
          <ac:spMkLst>
            <pc:docMk/>
            <pc:sldMk cId="584799807" sldId="332"/>
            <ac:spMk id="11" creationId="{51ED9AB2-A00D-2310-719F-CDA7E65962FA}"/>
          </ac:spMkLst>
        </pc:spChg>
        <pc:spChg chg="add mod ord">
          <ac:chgData name="Singh, Ravinder" userId="0eb443ab-daaa-4feb-a0be-29c589350732" providerId="ADAL" clId="{5FC06259-56C8-47C8-8BCB-8334DFEDE159}" dt="2024-07-12T03:40:17.621" v="7152" actId="20577"/>
          <ac:spMkLst>
            <pc:docMk/>
            <pc:sldMk cId="584799807" sldId="332"/>
            <ac:spMk id="12" creationId="{2B7FD4F2-E214-BB16-5A74-D5C0A74F3E83}"/>
          </ac:spMkLst>
        </pc:spChg>
        <pc:picChg chg="add del">
          <ac:chgData name="Singh, Ravinder" userId="0eb443ab-daaa-4feb-a0be-29c589350732" providerId="ADAL" clId="{5FC06259-56C8-47C8-8BCB-8334DFEDE159}" dt="2024-07-11T15:49:11.475" v="5932" actId="22"/>
          <ac:picMkLst>
            <pc:docMk/>
            <pc:sldMk cId="584799807" sldId="332"/>
            <ac:picMk id="9" creationId="{6EF1A5B3-8179-A6B1-F47B-802E8FAF625F}"/>
          </ac:picMkLst>
        </pc:picChg>
        <pc:picChg chg="add mod">
          <ac:chgData name="Singh, Ravinder" userId="0eb443ab-daaa-4feb-a0be-29c589350732" providerId="ADAL" clId="{5FC06259-56C8-47C8-8BCB-8334DFEDE159}" dt="2024-07-11T16:11:45" v="6306" actId="26606"/>
          <ac:picMkLst>
            <pc:docMk/>
            <pc:sldMk cId="584799807" sldId="332"/>
            <ac:picMk id="14" creationId="{8B27F8C6-9201-40E5-6156-893F1787C492}"/>
          </ac:picMkLst>
        </pc:picChg>
      </pc:sldChg>
      <pc:sldChg chg="delSp modSp new del mod ord">
        <pc:chgData name="Singh, Ravinder" userId="0eb443ab-daaa-4feb-a0be-29c589350732" providerId="ADAL" clId="{5FC06259-56C8-47C8-8BCB-8334DFEDE159}" dt="2024-07-11T15:59:14.490" v="6143" actId="2696"/>
        <pc:sldMkLst>
          <pc:docMk/>
          <pc:sldMk cId="299803449" sldId="333"/>
        </pc:sldMkLst>
        <pc:spChg chg="mod">
          <ac:chgData name="Singh, Ravinder" userId="0eb443ab-daaa-4feb-a0be-29c589350732" providerId="ADAL" clId="{5FC06259-56C8-47C8-8BCB-8334DFEDE159}" dt="2024-07-09T00:13:57.858" v="2503" actId="20577"/>
          <ac:spMkLst>
            <pc:docMk/>
            <pc:sldMk cId="299803449" sldId="333"/>
            <ac:spMk id="4" creationId="{4F4A4616-148A-D9A5-1D6E-5FACD2C067E6}"/>
          </ac:spMkLst>
        </pc:spChg>
        <pc:spChg chg="del mod">
          <ac:chgData name="Singh, Ravinder" userId="0eb443ab-daaa-4feb-a0be-29c589350732" providerId="ADAL" clId="{5FC06259-56C8-47C8-8BCB-8334DFEDE159}" dt="2024-07-09T00:12:06.876" v="2468" actId="478"/>
          <ac:spMkLst>
            <pc:docMk/>
            <pc:sldMk cId="299803449" sldId="333"/>
            <ac:spMk id="5" creationId="{DA2982F6-2FFA-C68E-4E90-EEFD116C3B36}"/>
          </ac:spMkLst>
        </pc:spChg>
      </pc:sldChg>
      <pc:sldChg chg="add del">
        <pc:chgData name="Singh, Ravinder" userId="0eb443ab-daaa-4feb-a0be-29c589350732" providerId="ADAL" clId="{5FC06259-56C8-47C8-8BCB-8334DFEDE159}" dt="2024-07-11T17:29:01.753" v="7108" actId="2696"/>
        <pc:sldMkLst>
          <pc:docMk/>
          <pc:sldMk cId="2578746550" sldId="333"/>
        </pc:sldMkLst>
      </pc:sldChg>
      <pc:sldChg chg="addSp delSp modSp new del mod">
        <pc:chgData name="Singh, Ravinder" userId="0eb443ab-daaa-4feb-a0be-29c589350732" providerId="ADAL" clId="{5FC06259-56C8-47C8-8BCB-8334DFEDE159}" dt="2024-07-11T15:59:14.490" v="6143" actId="2696"/>
        <pc:sldMkLst>
          <pc:docMk/>
          <pc:sldMk cId="1984251472" sldId="334"/>
        </pc:sldMkLst>
        <pc:spChg chg="del">
          <ac:chgData name="Singh, Ravinder" userId="0eb443ab-daaa-4feb-a0be-29c589350732" providerId="ADAL" clId="{5FC06259-56C8-47C8-8BCB-8334DFEDE159}" dt="2024-07-09T00:07:20.106" v="2184" actId="478"/>
          <ac:spMkLst>
            <pc:docMk/>
            <pc:sldMk cId="1984251472" sldId="334"/>
            <ac:spMk id="4" creationId="{6238C60D-673E-6691-4C0D-57C8F976B588}"/>
          </ac:spMkLst>
        </pc:spChg>
        <pc:spChg chg="mod">
          <ac:chgData name="Singh, Ravinder" userId="0eb443ab-daaa-4feb-a0be-29c589350732" providerId="ADAL" clId="{5FC06259-56C8-47C8-8BCB-8334DFEDE159}" dt="2024-07-09T00:11:56.404" v="2466" actId="14100"/>
          <ac:spMkLst>
            <pc:docMk/>
            <pc:sldMk cId="1984251472" sldId="334"/>
            <ac:spMk id="5" creationId="{6F9AAED6-2D9E-E49B-98CB-A1FEA8D4C992}"/>
          </ac:spMkLst>
        </pc:spChg>
        <pc:spChg chg="add mod">
          <ac:chgData name="Singh, Ravinder" userId="0eb443ab-daaa-4feb-a0be-29c589350732" providerId="ADAL" clId="{5FC06259-56C8-47C8-8BCB-8334DFEDE159}" dt="2024-07-09T00:12:51.983" v="2500" actId="20577"/>
          <ac:spMkLst>
            <pc:docMk/>
            <pc:sldMk cId="1984251472" sldId="334"/>
            <ac:spMk id="8" creationId="{9DC4EAAB-83EE-067F-10C0-8B44866F917B}"/>
          </ac:spMkLst>
        </pc:spChg>
        <pc:picChg chg="add mod">
          <ac:chgData name="Singh, Ravinder" userId="0eb443ab-daaa-4feb-a0be-29c589350732" providerId="ADAL" clId="{5FC06259-56C8-47C8-8BCB-8334DFEDE159}" dt="2024-07-09T00:07:26.930" v="2186" actId="14100"/>
          <ac:picMkLst>
            <pc:docMk/>
            <pc:sldMk cId="1984251472" sldId="334"/>
            <ac:picMk id="7" creationId="{1E5177F9-27DD-28E2-0F82-104C1A07752E}"/>
          </ac:picMkLst>
        </pc:picChg>
      </pc:sldChg>
      <pc:sldChg chg="add del">
        <pc:chgData name="Singh, Ravinder" userId="0eb443ab-daaa-4feb-a0be-29c589350732" providerId="ADAL" clId="{5FC06259-56C8-47C8-8BCB-8334DFEDE159}" dt="2024-07-11T17:29:01.753" v="7108" actId="2696"/>
        <pc:sldMkLst>
          <pc:docMk/>
          <pc:sldMk cId="3584209124" sldId="334"/>
        </pc:sldMkLst>
      </pc:sldChg>
      <pc:sldChg chg="add">
        <pc:chgData name="Singh, Ravinder" userId="0eb443ab-daaa-4feb-a0be-29c589350732" providerId="ADAL" clId="{5FC06259-56C8-47C8-8BCB-8334DFEDE159}" dt="2024-07-11T16:50:53.674" v="7027"/>
        <pc:sldMkLst>
          <pc:docMk/>
          <pc:sldMk cId="2855048646" sldId="335"/>
        </pc:sldMkLst>
      </pc:sldChg>
      <pc:sldChg chg="addSp delSp modSp new del mod">
        <pc:chgData name="Singh, Ravinder" userId="0eb443ab-daaa-4feb-a0be-29c589350732" providerId="ADAL" clId="{5FC06259-56C8-47C8-8BCB-8334DFEDE159}" dt="2024-07-11T16:50:48.945" v="7026" actId="2696"/>
        <pc:sldMkLst>
          <pc:docMk/>
          <pc:sldMk cId="2982513715" sldId="335"/>
        </pc:sldMkLst>
        <pc:spChg chg="mod">
          <ac:chgData name="Singh, Ravinder" userId="0eb443ab-daaa-4feb-a0be-29c589350732" providerId="ADAL" clId="{5FC06259-56C8-47C8-8BCB-8334DFEDE159}" dt="2024-07-10T21:03:56.385" v="4114" actId="14100"/>
          <ac:spMkLst>
            <pc:docMk/>
            <pc:sldMk cId="2982513715" sldId="335"/>
            <ac:spMk id="4" creationId="{7A28CB64-2540-8A74-3349-B8D528D2D61B}"/>
          </ac:spMkLst>
        </pc:spChg>
        <pc:spChg chg="mod">
          <ac:chgData name="Singh, Ravinder" userId="0eb443ab-daaa-4feb-a0be-29c589350732" providerId="ADAL" clId="{5FC06259-56C8-47C8-8BCB-8334DFEDE159}" dt="2024-07-10T20:34:05.374" v="3993" actId="20577"/>
          <ac:spMkLst>
            <pc:docMk/>
            <pc:sldMk cId="2982513715" sldId="335"/>
            <ac:spMk id="5" creationId="{38EE637F-545E-A93B-FF6A-7A100F2FBCA7}"/>
          </ac:spMkLst>
        </pc:spChg>
        <pc:spChg chg="add mod">
          <ac:chgData name="Singh, Ravinder" userId="0eb443ab-daaa-4feb-a0be-29c589350732" providerId="ADAL" clId="{5FC06259-56C8-47C8-8BCB-8334DFEDE159}" dt="2024-07-10T21:00:31.926" v="4081" actId="14100"/>
          <ac:spMkLst>
            <pc:docMk/>
            <pc:sldMk cId="2982513715" sldId="335"/>
            <ac:spMk id="9" creationId="{323AE347-701B-496E-B0A8-00B3940FB972}"/>
          </ac:spMkLst>
        </pc:spChg>
        <pc:spChg chg="add mod">
          <ac:chgData name="Singh, Ravinder" userId="0eb443ab-daaa-4feb-a0be-29c589350732" providerId="ADAL" clId="{5FC06259-56C8-47C8-8BCB-8334DFEDE159}" dt="2024-07-10T21:01:19.722" v="4092" actId="1076"/>
          <ac:spMkLst>
            <pc:docMk/>
            <pc:sldMk cId="2982513715" sldId="335"/>
            <ac:spMk id="10" creationId="{3127B61F-C420-1DCD-D51C-AFAD0E9E730E}"/>
          </ac:spMkLst>
        </pc:spChg>
        <pc:spChg chg="add mod">
          <ac:chgData name="Singh, Ravinder" userId="0eb443ab-daaa-4feb-a0be-29c589350732" providerId="ADAL" clId="{5FC06259-56C8-47C8-8BCB-8334DFEDE159}" dt="2024-07-10T21:02:27.659" v="4103" actId="14100"/>
          <ac:spMkLst>
            <pc:docMk/>
            <pc:sldMk cId="2982513715" sldId="335"/>
            <ac:spMk id="11" creationId="{DA8B3422-0DDC-0A8F-C5D1-5578C6C26315}"/>
          </ac:spMkLst>
        </pc:spChg>
        <pc:spChg chg="add mod">
          <ac:chgData name="Singh, Ravinder" userId="0eb443ab-daaa-4feb-a0be-29c589350732" providerId="ADAL" clId="{5FC06259-56C8-47C8-8BCB-8334DFEDE159}" dt="2024-07-10T21:02:41.707" v="4105" actId="1076"/>
          <ac:spMkLst>
            <pc:docMk/>
            <pc:sldMk cId="2982513715" sldId="335"/>
            <ac:spMk id="12" creationId="{F718998E-2F15-F893-25BD-EC43DA5AD665}"/>
          </ac:spMkLst>
        </pc:spChg>
        <pc:spChg chg="add mod">
          <ac:chgData name="Singh, Ravinder" userId="0eb443ab-daaa-4feb-a0be-29c589350732" providerId="ADAL" clId="{5FC06259-56C8-47C8-8BCB-8334DFEDE159}" dt="2024-07-10T21:03:33.214" v="4109" actId="14100"/>
          <ac:spMkLst>
            <pc:docMk/>
            <pc:sldMk cId="2982513715" sldId="335"/>
            <ac:spMk id="13" creationId="{82CA99F1-DAA1-8881-9EFD-47A392092FBB}"/>
          </ac:spMkLst>
        </pc:spChg>
        <pc:spChg chg="add mod">
          <ac:chgData name="Singh, Ravinder" userId="0eb443ab-daaa-4feb-a0be-29c589350732" providerId="ADAL" clId="{5FC06259-56C8-47C8-8BCB-8334DFEDE159}" dt="2024-07-10T21:03:45.131" v="4113" actId="20577"/>
          <ac:spMkLst>
            <pc:docMk/>
            <pc:sldMk cId="2982513715" sldId="335"/>
            <ac:spMk id="14" creationId="{4D470F41-E50C-9A99-F427-610DC558B6E6}"/>
          </ac:spMkLst>
        </pc:spChg>
        <pc:picChg chg="add del mod">
          <ac:chgData name="Singh, Ravinder" userId="0eb443ab-daaa-4feb-a0be-29c589350732" providerId="ADAL" clId="{5FC06259-56C8-47C8-8BCB-8334DFEDE159}" dt="2024-07-10T20:58:59.595" v="4061" actId="21"/>
          <ac:picMkLst>
            <pc:docMk/>
            <pc:sldMk cId="2982513715" sldId="335"/>
            <ac:picMk id="7" creationId="{C6DF5DB3-A19E-C3C4-6935-A3B678A4A860}"/>
          </ac:picMkLst>
        </pc:picChg>
        <pc:picChg chg="add mod">
          <ac:chgData name="Singh, Ravinder" userId="0eb443ab-daaa-4feb-a0be-29c589350732" providerId="ADAL" clId="{5FC06259-56C8-47C8-8BCB-8334DFEDE159}" dt="2024-07-10T21:02:03.308" v="4101" actId="1076"/>
          <ac:picMkLst>
            <pc:docMk/>
            <pc:sldMk cId="2982513715" sldId="335"/>
            <ac:picMk id="8" creationId="{8DE518B3-2455-DD0E-DF25-8C7E850D1F87}"/>
          </ac:picMkLst>
        </pc:picChg>
      </pc:sldChg>
      <pc:sldChg chg="modSp new del mod">
        <pc:chgData name="Singh, Ravinder" userId="0eb443ab-daaa-4feb-a0be-29c589350732" providerId="ADAL" clId="{5FC06259-56C8-47C8-8BCB-8334DFEDE159}" dt="2024-07-10T22:12:40.941" v="4751" actId="2696"/>
        <pc:sldMkLst>
          <pc:docMk/>
          <pc:sldMk cId="1523045843" sldId="336"/>
        </pc:sldMkLst>
        <pc:spChg chg="mod">
          <ac:chgData name="Singh, Ravinder" userId="0eb443ab-daaa-4feb-a0be-29c589350732" providerId="ADAL" clId="{5FC06259-56C8-47C8-8BCB-8334DFEDE159}" dt="2024-07-09T18:39:21.004" v="3473" actId="1076"/>
          <ac:spMkLst>
            <pc:docMk/>
            <pc:sldMk cId="1523045843" sldId="336"/>
            <ac:spMk id="4" creationId="{DE64B7B0-1C0B-F2F5-D8F9-2D9553221AD9}"/>
          </ac:spMkLst>
        </pc:spChg>
        <pc:spChg chg="mod">
          <ac:chgData name="Singh, Ravinder" userId="0eb443ab-daaa-4feb-a0be-29c589350732" providerId="ADAL" clId="{5FC06259-56C8-47C8-8BCB-8334DFEDE159}" dt="2024-07-09T18:38:54.781" v="3461" actId="14100"/>
          <ac:spMkLst>
            <pc:docMk/>
            <pc:sldMk cId="1523045843" sldId="336"/>
            <ac:spMk id="5" creationId="{A66A92F5-2BC3-CED4-847C-B7F398F62CA0}"/>
          </ac:spMkLst>
        </pc:spChg>
      </pc:sldChg>
      <pc:sldChg chg="add del">
        <pc:chgData name="Singh, Ravinder" userId="0eb443ab-daaa-4feb-a0be-29c589350732" providerId="ADAL" clId="{5FC06259-56C8-47C8-8BCB-8334DFEDE159}" dt="2024-07-11T17:29:01.753" v="7108" actId="2696"/>
        <pc:sldMkLst>
          <pc:docMk/>
          <pc:sldMk cId="2458274829" sldId="336"/>
        </pc:sldMkLst>
      </pc:sldChg>
      <pc:sldChg chg="new del">
        <pc:chgData name="Singh, Ravinder" userId="0eb443ab-daaa-4feb-a0be-29c589350732" providerId="ADAL" clId="{5FC06259-56C8-47C8-8BCB-8334DFEDE159}" dt="2024-07-09T01:26:45.681" v="3166" actId="2696"/>
        <pc:sldMkLst>
          <pc:docMk/>
          <pc:sldMk cId="3499599402" sldId="337"/>
        </pc:sldMkLst>
      </pc:sldChg>
      <pc:sldChg chg="delSp modSp add mod">
        <pc:chgData name="Singh, Ravinder" userId="0eb443ab-daaa-4feb-a0be-29c589350732" providerId="ADAL" clId="{5FC06259-56C8-47C8-8BCB-8334DFEDE159}" dt="2024-07-11T20:39:21.244" v="7126" actId="20577"/>
        <pc:sldMkLst>
          <pc:docMk/>
          <pc:sldMk cId="1704798421" sldId="338"/>
        </pc:sldMkLst>
        <pc:spChg chg="mod">
          <ac:chgData name="Singh, Ravinder" userId="0eb443ab-daaa-4feb-a0be-29c589350732" providerId="ADAL" clId="{5FC06259-56C8-47C8-8BCB-8334DFEDE159}" dt="2024-07-09T18:16:46.506" v="3268" actId="1076"/>
          <ac:spMkLst>
            <pc:docMk/>
            <pc:sldMk cId="1704798421" sldId="338"/>
            <ac:spMk id="7" creationId="{7858E5BD-A94C-7B4B-9897-B7396E8E2898}"/>
          </ac:spMkLst>
        </pc:spChg>
        <pc:spChg chg="mod">
          <ac:chgData name="Singh, Ravinder" userId="0eb443ab-daaa-4feb-a0be-29c589350732" providerId="ADAL" clId="{5FC06259-56C8-47C8-8BCB-8334DFEDE159}" dt="2024-07-09T18:16:43.433" v="3267" actId="1076"/>
          <ac:spMkLst>
            <pc:docMk/>
            <pc:sldMk cId="1704798421" sldId="338"/>
            <ac:spMk id="8" creationId="{942719B1-0DCA-7512-DC2C-52842171CA53}"/>
          </ac:spMkLst>
        </pc:spChg>
        <pc:spChg chg="mod">
          <ac:chgData name="Singh, Ravinder" userId="0eb443ab-daaa-4feb-a0be-29c589350732" providerId="ADAL" clId="{5FC06259-56C8-47C8-8BCB-8334DFEDE159}" dt="2024-07-11T20:39:21.244" v="7126" actId="20577"/>
          <ac:spMkLst>
            <pc:docMk/>
            <pc:sldMk cId="1704798421" sldId="338"/>
            <ac:spMk id="9" creationId="{37628ACC-15DE-556C-67CB-649A302519BE}"/>
          </ac:spMkLst>
        </pc:spChg>
        <pc:spChg chg="del mod">
          <ac:chgData name="Singh, Ravinder" userId="0eb443ab-daaa-4feb-a0be-29c589350732" providerId="ADAL" clId="{5FC06259-56C8-47C8-8BCB-8334DFEDE159}" dt="2024-07-09T18:15:57.334" v="3257" actId="21"/>
          <ac:spMkLst>
            <pc:docMk/>
            <pc:sldMk cId="1704798421" sldId="338"/>
            <ac:spMk id="10" creationId="{977C0C5F-3E36-A763-8039-F2AA5ACC58FD}"/>
          </ac:spMkLst>
        </pc:spChg>
        <pc:spChg chg="mod">
          <ac:chgData name="Singh, Ravinder" userId="0eb443ab-daaa-4feb-a0be-29c589350732" providerId="ADAL" clId="{5FC06259-56C8-47C8-8BCB-8334DFEDE159}" dt="2024-07-09T18:16:55.329" v="3270" actId="1076"/>
          <ac:spMkLst>
            <pc:docMk/>
            <pc:sldMk cId="1704798421" sldId="338"/>
            <ac:spMk id="11" creationId="{FC2F9FF9-1451-63E1-94AA-6F145103FF16}"/>
          </ac:spMkLst>
        </pc:spChg>
        <pc:spChg chg="mod">
          <ac:chgData name="Singh, Ravinder" userId="0eb443ab-daaa-4feb-a0be-29c589350732" providerId="ADAL" clId="{5FC06259-56C8-47C8-8BCB-8334DFEDE159}" dt="2024-07-09T18:17:02.722" v="3272" actId="1076"/>
          <ac:spMkLst>
            <pc:docMk/>
            <pc:sldMk cId="1704798421" sldId="338"/>
            <ac:spMk id="12" creationId="{28FFF4D3-59A5-C1E5-3C4E-4C34943DA7F6}"/>
          </ac:spMkLst>
        </pc:spChg>
      </pc:sldChg>
      <pc:sldChg chg="add del delCm">
        <pc:chgData name="Singh, Ravinder" userId="0eb443ab-daaa-4feb-a0be-29c589350732" providerId="ADAL" clId="{5FC06259-56C8-47C8-8BCB-8334DFEDE159}" dt="2024-07-09T18:05:54.893" v="3180" actId="2696"/>
        <pc:sldMkLst>
          <pc:docMk/>
          <pc:sldMk cId="4221154861" sldId="33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ingh, Ravinder" userId="0eb443ab-daaa-4feb-a0be-29c589350732" providerId="ADAL" clId="{5FC06259-56C8-47C8-8BCB-8334DFEDE159}" dt="2024-07-09T01:27:09.391" v="3168"/>
              <pc2:cmMkLst xmlns:pc2="http://schemas.microsoft.com/office/powerpoint/2019/9/main/command">
                <pc:docMk/>
                <pc:sldMk cId="4221154861" sldId="338"/>
                <pc2:cmMk id="{BBAA8C5B-92EA-4807-ADA5-401B4B5EB897}"/>
              </pc2:cmMkLst>
            </pc226:cmChg>
          </p:ext>
        </pc:extLst>
      </pc:sldChg>
      <pc:sldChg chg="addSp delSp modSp new mod">
        <pc:chgData name="Singh, Ravinder" userId="0eb443ab-daaa-4feb-a0be-29c589350732" providerId="ADAL" clId="{5FC06259-56C8-47C8-8BCB-8334DFEDE159}" dt="2024-07-11T20:39:35.438" v="7131" actId="20577"/>
        <pc:sldMkLst>
          <pc:docMk/>
          <pc:sldMk cId="667746082" sldId="339"/>
        </pc:sldMkLst>
        <pc:spChg chg="del">
          <ac:chgData name="Singh, Ravinder" userId="0eb443ab-daaa-4feb-a0be-29c589350732" providerId="ADAL" clId="{5FC06259-56C8-47C8-8BCB-8334DFEDE159}" dt="2024-07-09T18:16:01.521" v="3258" actId="478"/>
          <ac:spMkLst>
            <pc:docMk/>
            <pc:sldMk cId="667746082" sldId="339"/>
            <ac:spMk id="4" creationId="{D849814B-5217-9987-5B6C-0FB1DBB3B19E}"/>
          </ac:spMkLst>
        </pc:spChg>
        <pc:spChg chg="del mod">
          <ac:chgData name="Singh, Ravinder" userId="0eb443ab-daaa-4feb-a0be-29c589350732" providerId="ADAL" clId="{5FC06259-56C8-47C8-8BCB-8334DFEDE159}" dt="2024-07-10T22:16:26.672" v="4762" actId="478"/>
          <ac:spMkLst>
            <pc:docMk/>
            <pc:sldMk cId="667746082" sldId="339"/>
            <ac:spMk id="5" creationId="{8A0EDFE2-2C82-3BA8-7772-3CD203123A5C}"/>
          </ac:spMkLst>
        </pc:spChg>
        <pc:spChg chg="add mod">
          <ac:chgData name="Singh, Ravinder" userId="0eb443ab-daaa-4feb-a0be-29c589350732" providerId="ADAL" clId="{5FC06259-56C8-47C8-8BCB-8334DFEDE159}" dt="2024-07-11T20:39:35.438" v="7131" actId="20577"/>
          <ac:spMkLst>
            <pc:docMk/>
            <pc:sldMk cId="667746082" sldId="339"/>
            <ac:spMk id="6" creationId="{E3D3F663-B706-80BA-4575-AEF961746521}"/>
          </ac:spMkLst>
        </pc:spChg>
        <pc:spChg chg="add del mod">
          <ac:chgData name="Singh, Ravinder" userId="0eb443ab-daaa-4feb-a0be-29c589350732" providerId="ADAL" clId="{5FC06259-56C8-47C8-8BCB-8334DFEDE159}" dt="2024-07-10T22:16:30.434" v="4763" actId="478"/>
          <ac:spMkLst>
            <pc:docMk/>
            <pc:sldMk cId="667746082" sldId="339"/>
            <ac:spMk id="7" creationId="{13F891F3-E891-657D-F25E-EFD2D59778E0}"/>
          </ac:spMkLst>
        </pc:spChg>
      </pc:sldChg>
      <pc:sldChg chg="modSp new del mod">
        <pc:chgData name="Singh, Ravinder" userId="0eb443ab-daaa-4feb-a0be-29c589350732" providerId="ADAL" clId="{5FC06259-56C8-47C8-8BCB-8334DFEDE159}" dt="2024-07-10T22:12:40.941" v="4751" actId="2696"/>
        <pc:sldMkLst>
          <pc:docMk/>
          <pc:sldMk cId="2905989215" sldId="340"/>
        </pc:sldMkLst>
        <pc:spChg chg="mod">
          <ac:chgData name="Singh, Ravinder" userId="0eb443ab-daaa-4feb-a0be-29c589350732" providerId="ADAL" clId="{5FC06259-56C8-47C8-8BCB-8334DFEDE159}" dt="2024-07-09T18:46:24.101" v="3496" actId="20577"/>
          <ac:spMkLst>
            <pc:docMk/>
            <pc:sldMk cId="2905989215" sldId="340"/>
            <ac:spMk id="4" creationId="{7D578973-36C8-2226-86B9-F6D69FA8666E}"/>
          </ac:spMkLst>
        </pc:spChg>
        <pc:spChg chg="mod">
          <ac:chgData name="Singh, Ravinder" userId="0eb443ab-daaa-4feb-a0be-29c589350732" providerId="ADAL" clId="{5FC06259-56C8-47C8-8BCB-8334DFEDE159}" dt="2024-07-09T18:38:59.892" v="3466" actId="20577"/>
          <ac:spMkLst>
            <pc:docMk/>
            <pc:sldMk cId="2905989215" sldId="340"/>
            <ac:spMk id="5" creationId="{916E65BA-75B2-C69B-758A-F8F6FF5A5E74}"/>
          </ac:spMkLst>
        </pc:spChg>
      </pc:sldChg>
      <pc:sldChg chg="add del">
        <pc:chgData name="Singh, Ravinder" userId="0eb443ab-daaa-4feb-a0be-29c589350732" providerId="ADAL" clId="{5FC06259-56C8-47C8-8BCB-8334DFEDE159}" dt="2024-07-11T17:29:01.753" v="7108" actId="2696"/>
        <pc:sldMkLst>
          <pc:docMk/>
          <pc:sldMk cId="3367287309" sldId="340"/>
        </pc:sldMkLst>
      </pc:sldChg>
      <pc:sldChg chg="modSp mod">
        <pc:chgData name="Singh, Ravinder" userId="0eb443ab-daaa-4feb-a0be-29c589350732" providerId="ADAL" clId="{5FC06259-56C8-47C8-8BCB-8334DFEDE159}" dt="2024-07-09T20:22:32.969" v="3592" actId="115"/>
        <pc:sldMkLst>
          <pc:docMk/>
          <pc:sldMk cId="3287226427" sldId="341"/>
        </pc:sldMkLst>
        <pc:spChg chg="mod">
          <ac:chgData name="Singh, Ravinder" userId="0eb443ab-daaa-4feb-a0be-29c589350732" providerId="ADAL" clId="{5FC06259-56C8-47C8-8BCB-8334DFEDE159}" dt="2024-07-09T20:22:32.969" v="3592" actId="115"/>
          <ac:spMkLst>
            <pc:docMk/>
            <pc:sldMk cId="3287226427" sldId="341"/>
            <ac:spMk id="7" creationId="{F46EBBE3-229E-D1FF-B1D0-10AAA8D88F94}"/>
          </ac:spMkLst>
        </pc:spChg>
      </pc:sldChg>
      <pc:sldChg chg="addSp delSp modSp new mod">
        <pc:chgData name="Singh, Ravinder" userId="0eb443ab-daaa-4feb-a0be-29c589350732" providerId="ADAL" clId="{5FC06259-56C8-47C8-8BCB-8334DFEDE159}" dt="2024-07-10T17:31:47.762" v="3906" actId="478"/>
        <pc:sldMkLst>
          <pc:docMk/>
          <pc:sldMk cId="1253279954" sldId="344"/>
        </pc:sldMkLst>
        <pc:spChg chg="del">
          <ac:chgData name="Singh, Ravinder" userId="0eb443ab-daaa-4feb-a0be-29c589350732" providerId="ADAL" clId="{5FC06259-56C8-47C8-8BCB-8334DFEDE159}" dt="2024-07-10T16:56:47.484" v="3703" actId="478"/>
          <ac:spMkLst>
            <pc:docMk/>
            <pc:sldMk cId="1253279954" sldId="344"/>
            <ac:spMk id="4" creationId="{6E153C17-6607-1DC6-8E75-5F556D022F55}"/>
          </ac:spMkLst>
        </pc:spChg>
        <pc:spChg chg="del mod">
          <ac:chgData name="Singh, Ravinder" userId="0eb443ab-daaa-4feb-a0be-29c589350732" providerId="ADAL" clId="{5FC06259-56C8-47C8-8BCB-8334DFEDE159}" dt="2024-07-10T17:31:47.762" v="3906" actId="478"/>
          <ac:spMkLst>
            <pc:docMk/>
            <pc:sldMk cId="1253279954" sldId="344"/>
            <ac:spMk id="5" creationId="{FF82F961-E003-5EB7-4373-9AC9DD953297}"/>
          </ac:spMkLst>
        </pc:spChg>
        <pc:picChg chg="add mod">
          <ac:chgData name="Singh, Ravinder" userId="0eb443ab-daaa-4feb-a0be-29c589350732" providerId="ADAL" clId="{5FC06259-56C8-47C8-8BCB-8334DFEDE159}" dt="2024-07-10T17:31:36.358" v="3883" actId="1076"/>
          <ac:picMkLst>
            <pc:docMk/>
            <pc:sldMk cId="1253279954" sldId="344"/>
            <ac:picMk id="7" creationId="{63DA60CE-A3FA-1F7B-98E1-AF1B9CC9C36E}"/>
          </ac:picMkLst>
        </pc:picChg>
      </pc:sldChg>
      <pc:sldChg chg="addSp delSp modSp new mod">
        <pc:chgData name="Singh, Ravinder" userId="0eb443ab-daaa-4feb-a0be-29c589350732" providerId="ADAL" clId="{5FC06259-56C8-47C8-8BCB-8334DFEDE159}" dt="2024-07-10T17:32:09.669" v="3908" actId="1076"/>
        <pc:sldMkLst>
          <pc:docMk/>
          <pc:sldMk cId="4006108136" sldId="346"/>
        </pc:sldMkLst>
        <pc:spChg chg="del">
          <ac:chgData name="Singh, Ravinder" userId="0eb443ab-daaa-4feb-a0be-29c589350732" providerId="ADAL" clId="{5FC06259-56C8-47C8-8BCB-8334DFEDE159}" dt="2024-07-10T17:13:47.051" v="3731" actId="478"/>
          <ac:spMkLst>
            <pc:docMk/>
            <pc:sldMk cId="4006108136" sldId="346"/>
            <ac:spMk id="4" creationId="{7C11F38E-61BF-E1FA-388B-1B26B80703FD}"/>
          </ac:spMkLst>
        </pc:spChg>
        <pc:spChg chg="mod">
          <ac:chgData name="Singh, Ravinder" userId="0eb443ab-daaa-4feb-a0be-29c589350732" providerId="ADAL" clId="{5FC06259-56C8-47C8-8BCB-8334DFEDE159}" dt="2024-07-10T16:57:31.999" v="3730" actId="14100"/>
          <ac:spMkLst>
            <pc:docMk/>
            <pc:sldMk cId="4006108136" sldId="346"/>
            <ac:spMk id="5" creationId="{6374061B-1B80-1588-52F3-CE90E88D1B2C}"/>
          </ac:spMkLst>
        </pc:spChg>
        <pc:spChg chg="add mod">
          <ac:chgData name="Singh, Ravinder" userId="0eb443ab-daaa-4feb-a0be-29c589350732" providerId="ADAL" clId="{5FC06259-56C8-47C8-8BCB-8334DFEDE159}" dt="2024-07-10T17:31:23.649" v="3882" actId="1076"/>
          <ac:spMkLst>
            <pc:docMk/>
            <pc:sldMk cId="4006108136" sldId="346"/>
            <ac:spMk id="12" creationId="{F1B7B00E-ED26-ABBA-7495-04FEFD3E0479}"/>
          </ac:spMkLst>
        </pc:spChg>
        <pc:spChg chg="add mod">
          <ac:chgData name="Singh, Ravinder" userId="0eb443ab-daaa-4feb-a0be-29c589350732" providerId="ADAL" clId="{5FC06259-56C8-47C8-8BCB-8334DFEDE159}" dt="2024-07-10T17:32:09.669" v="3908" actId="1076"/>
          <ac:spMkLst>
            <pc:docMk/>
            <pc:sldMk cId="4006108136" sldId="346"/>
            <ac:spMk id="13" creationId="{176C9F03-1D11-7FF9-3FB3-6DBDC2B9691B}"/>
          </ac:spMkLst>
        </pc:spChg>
        <pc:spChg chg="add mod">
          <ac:chgData name="Singh, Ravinder" userId="0eb443ab-daaa-4feb-a0be-29c589350732" providerId="ADAL" clId="{5FC06259-56C8-47C8-8BCB-8334DFEDE159}" dt="2024-07-10T17:29:47.074" v="3832" actId="767"/>
          <ac:spMkLst>
            <pc:docMk/>
            <pc:sldMk cId="4006108136" sldId="346"/>
            <ac:spMk id="14" creationId="{E4C96024-4267-AA07-ADDE-6011CDB4B3A0}"/>
          </ac:spMkLst>
        </pc:spChg>
        <pc:spChg chg="add mod">
          <ac:chgData name="Singh, Ravinder" userId="0eb443ab-daaa-4feb-a0be-29c589350732" providerId="ADAL" clId="{5FC06259-56C8-47C8-8BCB-8334DFEDE159}" dt="2024-07-10T17:30:27.575" v="3872" actId="1076"/>
          <ac:spMkLst>
            <pc:docMk/>
            <pc:sldMk cId="4006108136" sldId="346"/>
            <ac:spMk id="15" creationId="{D4BA26FA-D5BA-CFCE-876E-D66F7C7FC07A}"/>
          </ac:spMkLst>
        </pc:spChg>
        <pc:picChg chg="add mod">
          <ac:chgData name="Singh, Ravinder" userId="0eb443ab-daaa-4feb-a0be-29c589350732" providerId="ADAL" clId="{5FC06259-56C8-47C8-8BCB-8334DFEDE159}" dt="2024-07-10T17:31:13.838" v="3880" actId="1076"/>
          <ac:picMkLst>
            <pc:docMk/>
            <pc:sldMk cId="4006108136" sldId="346"/>
            <ac:picMk id="7" creationId="{2149A009-A298-67DB-0C7D-79D9D7FEA4DF}"/>
          </ac:picMkLst>
        </pc:picChg>
        <pc:picChg chg="add mod">
          <ac:chgData name="Singh, Ravinder" userId="0eb443ab-daaa-4feb-a0be-29c589350732" providerId="ADAL" clId="{5FC06259-56C8-47C8-8BCB-8334DFEDE159}" dt="2024-07-10T17:32:02.107" v="3907" actId="1076"/>
          <ac:picMkLst>
            <pc:docMk/>
            <pc:sldMk cId="4006108136" sldId="346"/>
            <ac:picMk id="9" creationId="{4922E434-606C-320C-0710-6A7AF276115B}"/>
          </ac:picMkLst>
        </pc:picChg>
        <pc:picChg chg="add mod">
          <ac:chgData name="Singh, Ravinder" userId="0eb443ab-daaa-4feb-a0be-29c589350732" providerId="ADAL" clId="{5FC06259-56C8-47C8-8BCB-8334DFEDE159}" dt="2024-07-10T17:30:31.193" v="3873" actId="1076"/>
          <ac:picMkLst>
            <pc:docMk/>
            <pc:sldMk cId="4006108136" sldId="346"/>
            <ac:picMk id="11" creationId="{7AA7EECF-3796-4F1C-3312-33958AD5FACE}"/>
          </ac:picMkLst>
        </pc:picChg>
      </pc:sldChg>
      <pc:sldChg chg="delSp modSp new del mod">
        <pc:chgData name="Singh, Ravinder" userId="0eb443ab-daaa-4feb-a0be-29c589350732" providerId="ADAL" clId="{5FC06259-56C8-47C8-8BCB-8334DFEDE159}" dt="2024-07-11T17:29:01.753" v="7108" actId="2696"/>
        <pc:sldMkLst>
          <pc:docMk/>
          <pc:sldMk cId="651516986" sldId="348"/>
        </pc:sldMkLst>
        <pc:spChg chg="del">
          <ac:chgData name="Singh, Ravinder" userId="0eb443ab-daaa-4feb-a0be-29c589350732" providerId="ADAL" clId="{5FC06259-56C8-47C8-8BCB-8334DFEDE159}" dt="2024-07-10T17:35:19.385" v="3920" actId="478"/>
          <ac:spMkLst>
            <pc:docMk/>
            <pc:sldMk cId="651516986" sldId="348"/>
            <ac:spMk id="2" creationId="{8C350FE6-924F-C593-39FC-E81F0EDCEFD2}"/>
          </ac:spMkLst>
        </pc:spChg>
        <pc:spChg chg="del">
          <ac:chgData name="Singh, Ravinder" userId="0eb443ab-daaa-4feb-a0be-29c589350732" providerId="ADAL" clId="{5FC06259-56C8-47C8-8BCB-8334DFEDE159}" dt="2024-07-10T17:35:16.344" v="3919" actId="478"/>
          <ac:spMkLst>
            <pc:docMk/>
            <pc:sldMk cId="651516986" sldId="348"/>
            <ac:spMk id="3" creationId="{BB448800-5416-D195-6440-CE62111F8558}"/>
          </ac:spMkLst>
        </pc:spChg>
        <pc:spChg chg="mod">
          <ac:chgData name="Singh, Ravinder" userId="0eb443ab-daaa-4feb-a0be-29c589350732" providerId="ADAL" clId="{5FC06259-56C8-47C8-8BCB-8334DFEDE159}" dt="2024-07-10T17:35:44.213" v="3945" actId="207"/>
          <ac:spMkLst>
            <pc:docMk/>
            <pc:sldMk cId="651516986" sldId="348"/>
            <ac:spMk id="6" creationId="{6CE49C93-D0F6-C13E-C56A-1A9D3BC6FC1A}"/>
          </ac:spMkLst>
        </pc:spChg>
      </pc:sldChg>
      <pc:sldChg chg="add">
        <pc:chgData name="Singh, Ravinder" userId="0eb443ab-daaa-4feb-a0be-29c589350732" providerId="ADAL" clId="{5FC06259-56C8-47C8-8BCB-8334DFEDE159}" dt="2024-07-11T16:50:53.674" v="7027"/>
        <pc:sldMkLst>
          <pc:docMk/>
          <pc:sldMk cId="411733874" sldId="353"/>
        </pc:sldMkLst>
      </pc:sldChg>
      <pc:sldChg chg="addSp delSp modSp new del mod">
        <pc:chgData name="Singh, Ravinder" userId="0eb443ab-daaa-4feb-a0be-29c589350732" providerId="ADAL" clId="{5FC06259-56C8-47C8-8BCB-8334DFEDE159}" dt="2024-07-11T16:50:48.945" v="7026" actId="2696"/>
        <pc:sldMkLst>
          <pc:docMk/>
          <pc:sldMk cId="1606250950" sldId="353"/>
        </pc:sldMkLst>
        <pc:spChg chg="mod">
          <ac:chgData name="Singh, Ravinder" userId="0eb443ab-daaa-4feb-a0be-29c589350732" providerId="ADAL" clId="{5FC06259-56C8-47C8-8BCB-8334DFEDE159}" dt="2024-07-10T21:29:14.413" v="4538" actId="20577"/>
          <ac:spMkLst>
            <pc:docMk/>
            <pc:sldMk cId="1606250950" sldId="353"/>
            <ac:spMk id="4" creationId="{AB8D5D27-C54A-3B1D-43FD-D0B0A44BCC80}"/>
          </ac:spMkLst>
        </pc:spChg>
        <pc:spChg chg="del mod">
          <ac:chgData name="Singh, Ravinder" userId="0eb443ab-daaa-4feb-a0be-29c589350732" providerId="ADAL" clId="{5FC06259-56C8-47C8-8BCB-8334DFEDE159}" dt="2024-07-10T21:27:06.277" v="4422" actId="478"/>
          <ac:spMkLst>
            <pc:docMk/>
            <pc:sldMk cId="1606250950" sldId="353"/>
            <ac:spMk id="5" creationId="{E3CA5FE3-7294-349C-FF10-9728D2C7E925}"/>
          </ac:spMkLst>
        </pc:spChg>
        <pc:picChg chg="add mod">
          <ac:chgData name="Singh, Ravinder" userId="0eb443ab-daaa-4feb-a0be-29c589350732" providerId="ADAL" clId="{5FC06259-56C8-47C8-8BCB-8334DFEDE159}" dt="2024-07-10T21:29:19.696" v="4539" actId="1076"/>
          <ac:picMkLst>
            <pc:docMk/>
            <pc:sldMk cId="1606250950" sldId="353"/>
            <ac:picMk id="6" creationId="{819CD797-B10E-F646-48E0-30C74D1ACE22}"/>
          </ac:picMkLst>
        </pc:picChg>
      </pc:sldChg>
      <pc:sldChg chg="addSp delSp modSp new del mod">
        <pc:chgData name="Singh, Ravinder" userId="0eb443ab-daaa-4feb-a0be-29c589350732" providerId="ADAL" clId="{5FC06259-56C8-47C8-8BCB-8334DFEDE159}" dt="2024-07-11T16:50:48.945" v="7026" actId="2696"/>
        <pc:sldMkLst>
          <pc:docMk/>
          <pc:sldMk cId="1243194079" sldId="354"/>
        </pc:sldMkLst>
        <pc:spChg chg="del mod">
          <ac:chgData name="Singh, Ravinder" userId="0eb443ab-daaa-4feb-a0be-29c589350732" providerId="ADAL" clId="{5FC06259-56C8-47C8-8BCB-8334DFEDE159}" dt="2024-07-10T21:19:43.543" v="4281" actId="478"/>
          <ac:spMkLst>
            <pc:docMk/>
            <pc:sldMk cId="1243194079" sldId="354"/>
            <ac:spMk id="4" creationId="{3042ADBD-BD7A-A31A-C309-2767269FA843}"/>
          </ac:spMkLst>
        </pc:spChg>
        <pc:spChg chg="mod">
          <ac:chgData name="Singh, Ravinder" userId="0eb443ab-daaa-4feb-a0be-29c589350732" providerId="ADAL" clId="{5FC06259-56C8-47C8-8BCB-8334DFEDE159}" dt="2024-07-10T21:04:22.335" v="4150" actId="20577"/>
          <ac:spMkLst>
            <pc:docMk/>
            <pc:sldMk cId="1243194079" sldId="354"/>
            <ac:spMk id="5" creationId="{534384A9-2243-BDAF-48A3-00B0CEC1B925}"/>
          </ac:spMkLst>
        </pc:spChg>
        <pc:spChg chg="add del mod">
          <ac:chgData name="Singh, Ravinder" userId="0eb443ab-daaa-4feb-a0be-29c589350732" providerId="ADAL" clId="{5FC06259-56C8-47C8-8BCB-8334DFEDE159}" dt="2024-07-10T21:19:47.741" v="4282" actId="478"/>
          <ac:spMkLst>
            <pc:docMk/>
            <pc:sldMk cId="1243194079" sldId="354"/>
            <ac:spMk id="6" creationId="{B149741A-9A56-4129-BB80-27C08384473B}"/>
          </ac:spMkLst>
        </pc:spChg>
        <pc:spChg chg="add mod">
          <ac:chgData name="Singh, Ravinder" userId="0eb443ab-daaa-4feb-a0be-29c589350732" providerId="ADAL" clId="{5FC06259-56C8-47C8-8BCB-8334DFEDE159}" dt="2024-07-10T21:26:19.162" v="4420" actId="27636"/>
          <ac:spMkLst>
            <pc:docMk/>
            <pc:sldMk cId="1243194079" sldId="354"/>
            <ac:spMk id="11" creationId="{3F7AE240-D6CA-C035-A431-2D938B97E8E0}"/>
          </ac:spMkLst>
        </pc:spChg>
        <pc:spChg chg="add mod">
          <ac:chgData name="Singh, Ravinder" userId="0eb443ab-daaa-4feb-a0be-29c589350732" providerId="ADAL" clId="{5FC06259-56C8-47C8-8BCB-8334DFEDE159}" dt="2024-07-10T21:26:29.485" v="4421" actId="1076"/>
          <ac:spMkLst>
            <pc:docMk/>
            <pc:sldMk cId="1243194079" sldId="354"/>
            <ac:spMk id="12" creationId="{8763B4F4-193C-345D-AFEB-C455FA51A8CA}"/>
          </ac:spMkLst>
        </pc:spChg>
        <pc:picChg chg="add del mod">
          <ac:chgData name="Singh, Ravinder" userId="0eb443ab-daaa-4feb-a0be-29c589350732" providerId="ADAL" clId="{5FC06259-56C8-47C8-8BCB-8334DFEDE159}" dt="2024-07-10T21:23:47.808" v="4285" actId="478"/>
          <ac:picMkLst>
            <pc:docMk/>
            <pc:sldMk cId="1243194079" sldId="354"/>
            <ac:picMk id="8" creationId="{F5CB8E93-03F8-D738-510E-7D7C887973A3}"/>
          </ac:picMkLst>
        </pc:picChg>
        <pc:picChg chg="add mod">
          <ac:chgData name="Singh, Ravinder" userId="0eb443ab-daaa-4feb-a0be-29c589350732" providerId="ADAL" clId="{5FC06259-56C8-47C8-8BCB-8334DFEDE159}" dt="2024-07-10T21:24:04.591" v="4288" actId="1076"/>
          <ac:picMkLst>
            <pc:docMk/>
            <pc:sldMk cId="1243194079" sldId="354"/>
            <ac:picMk id="10" creationId="{2098BEB9-2289-DC5F-56A4-983A9C582F01}"/>
          </ac:picMkLst>
        </pc:picChg>
      </pc:sldChg>
      <pc:sldChg chg="add">
        <pc:chgData name="Singh, Ravinder" userId="0eb443ab-daaa-4feb-a0be-29c589350732" providerId="ADAL" clId="{5FC06259-56C8-47C8-8BCB-8334DFEDE159}" dt="2024-07-11T16:50:53.674" v="7027"/>
        <pc:sldMkLst>
          <pc:docMk/>
          <pc:sldMk cId="1447780327" sldId="354"/>
        </pc:sldMkLst>
      </pc:sldChg>
      <pc:sldChg chg="addSp delSp modSp new del mod">
        <pc:chgData name="Singh, Ravinder" userId="0eb443ab-daaa-4feb-a0be-29c589350732" providerId="ADAL" clId="{5FC06259-56C8-47C8-8BCB-8334DFEDE159}" dt="2024-07-11T16:50:48.945" v="7026" actId="2696"/>
        <pc:sldMkLst>
          <pc:docMk/>
          <pc:sldMk cId="223017025" sldId="355"/>
        </pc:sldMkLst>
        <pc:spChg chg="mod">
          <ac:chgData name="Singh, Ravinder" userId="0eb443ab-daaa-4feb-a0be-29c589350732" providerId="ADAL" clId="{5FC06259-56C8-47C8-8BCB-8334DFEDE159}" dt="2024-07-10T21:31:40.255" v="4555" actId="1076"/>
          <ac:spMkLst>
            <pc:docMk/>
            <pc:sldMk cId="223017025" sldId="355"/>
            <ac:spMk id="4" creationId="{F6CB396B-D6B2-D2D0-A55C-5DD94BD1582B}"/>
          </ac:spMkLst>
        </pc:spChg>
        <pc:spChg chg="del">
          <ac:chgData name="Singh, Ravinder" userId="0eb443ab-daaa-4feb-a0be-29c589350732" providerId="ADAL" clId="{5FC06259-56C8-47C8-8BCB-8334DFEDE159}" dt="2024-07-10T21:29:41.996" v="4543" actId="478"/>
          <ac:spMkLst>
            <pc:docMk/>
            <pc:sldMk cId="223017025" sldId="355"/>
            <ac:spMk id="5" creationId="{8C314E56-626C-9129-AE80-54F38F4C7AFD}"/>
          </ac:spMkLst>
        </pc:spChg>
        <pc:spChg chg="add mod">
          <ac:chgData name="Singh, Ravinder" userId="0eb443ab-daaa-4feb-a0be-29c589350732" providerId="ADAL" clId="{5FC06259-56C8-47C8-8BCB-8334DFEDE159}" dt="2024-07-10T21:31:51.144" v="4557" actId="1076"/>
          <ac:spMkLst>
            <pc:docMk/>
            <pc:sldMk cId="223017025" sldId="355"/>
            <ac:spMk id="7" creationId="{845ED095-71CE-4DEC-91FB-D619CF84A402}"/>
          </ac:spMkLst>
        </pc:spChg>
        <pc:spChg chg="add mod">
          <ac:chgData name="Singh, Ravinder" userId="0eb443ab-daaa-4feb-a0be-29c589350732" providerId="ADAL" clId="{5FC06259-56C8-47C8-8BCB-8334DFEDE159}" dt="2024-07-10T21:31:31.104" v="4553" actId="767"/>
          <ac:spMkLst>
            <pc:docMk/>
            <pc:sldMk cId="223017025" sldId="355"/>
            <ac:spMk id="8" creationId="{87DBB5E5-CA44-3459-7EC2-C3F157DE4BDE}"/>
          </ac:spMkLst>
        </pc:spChg>
        <pc:spChg chg="add mod">
          <ac:chgData name="Singh, Ravinder" userId="0eb443ab-daaa-4feb-a0be-29c589350732" providerId="ADAL" clId="{5FC06259-56C8-47C8-8BCB-8334DFEDE159}" dt="2024-07-10T21:32:16.556" v="4580" actId="14100"/>
          <ac:spMkLst>
            <pc:docMk/>
            <pc:sldMk cId="223017025" sldId="355"/>
            <ac:spMk id="9" creationId="{31AD8C88-4ECB-70DE-6C3F-CB39F3E37114}"/>
          </ac:spMkLst>
        </pc:spChg>
        <pc:spChg chg="add del mod">
          <ac:chgData name="Singh, Ravinder" userId="0eb443ab-daaa-4feb-a0be-29c589350732" providerId="ADAL" clId="{5FC06259-56C8-47C8-8BCB-8334DFEDE159}" dt="2024-07-10T21:34:45.021" v="4594" actId="478"/>
          <ac:spMkLst>
            <pc:docMk/>
            <pc:sldMk cId="223017025" sldId="355"/>
            <ac:spMk id="17" creationId="{F86BE292-BFC7-BC8C-C80C-7683F4155FF8}"/>
          </ac:spMkLst>
        </pc:spChg>
        <pc:spChg chg="add mod">
          <ac:chgData name="Singh, Ravinder" userId="0eb443ab-daaa-4feb-a0be-29c589350732" providerId="ADAL" clId="{5FC06259-56C8-47C8-8BCB-8334DFEDE159}" dt="2024-07-10T21:35:16.999" v="4599" actId="767"/>
          <ac:spMkLst>
            <pc:docMk/>
            <pc:sldMk cId="223017025" sldId="355"/>
            <ac:spMk id="23" creationId="{5AAD0BBB-F38B-A666-20CE-4FE82AB442F5}"/>
          </ac:spMkLst>
        </pc:spChg>
        <pc:spChg chg="add mod">
          <ac:chgData name="Singh, Ravinder" userId="0eb443ab-daaa-4feb-a0be-29c589350732" providerId="ADAL" clId="{5FC06259-56C8-47C8-8BCB-8334DFEDE159}" dt="2024-07-10T21:35:44.093" v="4612" actId="113"/>
          <ac:spMkLst>
            <pc:docMk/>
            <pc:sldMk cId="223017025" sldId="355"/>
            <ac:spMk id="24" creationId="{81590A40-EF16-1A7C-3FDC-CE6677164DAC}"/>
          </ac:spMkLst>
        </pc:spChg>
        <pc:picChg chg="add mod">
          <ac:chgData name="Singh, Ravinder" userId="0eb443ab-daaa-4feb-a0be-29c589350732" providerId="ADAL" clId="{5FC06259-56C8-47C8-8BCB-8334DFEDE159}" dt="2024-07-10T21:31:45.870" v="4556" actId="1076"/>
          <ac:picMkLst>
            <pc:docMk/>
            <pc:sldMk cId="223017025" sldId="355"/>
            <ac:picMk id="6" creationId="{B1DEE226-2979-39EC-1BDC-E30C4A50041D}"/>
          </ac:picMkLst>
        </pc:picChg>
        <pc:cxnChg chg="add mod">
          <ac:chgData name="Singh, Ravinder" userId="0eb443ab-daaa-4feb-a0be-29c589350732" providerId="ADAL" clId="{5FC06259-56C8-47C8-8BCB-8334DFEDE159}" dt="2024-07-10T21:33:36.863" v="4587" actId="14100"/>
          <ac:cxnSpMkLst>
            <pc:docMk/>
            <pc:sldMk cId="223017025" sldId="355"/>
            <ac:cxnSpMk id="11" creationId="{A833EADC-0721-F1EC-7289-6B98EDB02C1D}"/>
          </ac:cxnSpMkLst>
        </pc:cxnChg>
        <pc:cxnChg chg="add mod">
          <ac:chgData name="Singh, Ravinder" userId="0eb443ab-daaa-4feb-a0be-29c589350732" providerId="ADAL" clId="{5FC06259-56C8-47C8-8BCB-8334DFEDE159}" dt="2024-07-10T21:35:09.306" v="4598" actId="14100"/>
          <ac:cxnSpMkLst>
            <pc:docMk/>
            <pc:sldMk cId="223017025" sldId="355"/>
            <ac:cxnSpMk id="19" creationId="{E0B9E8D2-2DFD-09D1-C23C-5266144FD9B1}"/>
          </ac:cxnSpMkLst>
        </pc:cxnChg>
      </pc:sldChg>
      <pc:sldChg chg="add">
        <pc:chgData name="Singh, Ravinder" userId="0eb443ab-daaa-4feb-a0be-29c589350732" providerId="ADAL" clId="{5FC06259-56C8-47C8-8BCB-8334DFEDE159}" dt="2024-07-11T16:50:53.674" v="7027"/>
        <pc:sldMkLst>
          <pc:docMk/>
          <pc:sldMk cId="1417650592" sldId="355"/>
        </pc:sldMkLst>
      </pc:sldChg>
      <pc:sldChg chg="addSp delSp modSp new mod">
        <pc:chgData name="Singh, Ravinder" userId="0eb443ab-daaa-4feb-a0be-29c589350732" providerId="ADAL" clId="{5FC06259-56C8-47C8-8BCB-8334DFEDE159}" dt="2024-07-12T03:46:35.999" v="7201" actId="27636"/>
        <pc:sldMkLst>
          <pc:docMk/>
          <pc:sldMk cId="2972470173" sldId="356"/>
        </pc:sldMkLst>
        <pc:spChg chg="del mod">
          <ac:chgData name="Singh, Ravinder" userId="0eb443ab-daaa-4feb-a0be-29c589350732" providerId="ADAL" clId="{5FC06259-56C8-47C8-8BCB-8334DFEDE159}" dt="2024-07-10T22:05:23.533" v="4731" actId="478"/>
          <ac:spMkLst>
            <pc:docMk/>
            <pc:sldMk cId="2972470173" sldId="356"/>
            <ac:spMk id="4" creationId="{B4A308A9-89FF-3BB6-082D-92CCA0E4EF9A}"/>
          </ac:spMkLst>
        </pc:spChg>
        <pc:spChg chg="mod">
          <ac:chgData name="Singh, Ravinder" userId="0eb443ab-daaa-4feb-a0be-29c589350732" providerId="ADAL" clId="{5FC06259-56C8-47C8-8BCB-8334DFEDE159}" dt="2024-07-10T22:05:16.144" v="4729" actId="20577"/>
          <ac:spMkLst>
            <pc:docMk/>
            <pc:sldMk cId="2972470173" sldId="356"/>
            <ac:spMk id="5" creationId="{F890B9D7-E9A7-6732-2070-66C7DCFECCE8}"/>
          </ac:spMkLst>
        </pc:spChg>
        <pc:spChg chg="add mod">
          <ac:chgData name="Singh, Ravinder" userId="0eb443ab-daaa-4feb-a0be-29c589350732" providerId="ADAL" clId="{5FC06259-56C8-47C8-8BCB-8334DFEDE159}" dt="2024-07-12T03:45:58.515" v="7179" actId="1076"/>
          <ac:spMkLst>
            <pc:docMk/>
            <pc:sldMk cId="2972470173" sldId="356"/>
            <ac:spMk id="8" creationId="{5754A0DB-1543-0A34-B789-BAE0C79489D9}"/>
          </ac:spMkLst>
        </pc:spChg>
        <pc:spChg chg="add mod">
          <ac:chgData name="Singh, Ravinder" userId="0eb443ab-daaa-4feb-a0be-29c589350732" providerId="ADAL" clId="{5FC06259-56C8-47C8-8BCB-8334DFEDE159}" dt="2024-07-12T03:46:35.999" v="7201" actId="27636"/>
          <ac:spMkLst>
            <pc:docMk/>
            <pc:sldMk cId="2972470173" sldId="356"/>
            <ac:spMk id="10" creationId="{0834FF35-162D-07A9-2655-0506FD8142BC}"/>
          </ac:spMkLst>
        </pc:spChg>
        <pc:picChg chg="add del mod">
          <ac:chgData name="Singh, Ravinder" userId="0eb443ab-daaa-4feb-a0be-29c589350732" providerId="ADAL" clId="{5FC06259-56C8-47C8-8BCB-8334DFEDE159}" dt="2024-07-10T22:05:57.132" v="4735" actId="478"/>
          <ac:picMkLst>
            <pc:docMk/>
            <pc:sldMk cId="2972470173" sldId="356"/>
            <ac:picMk id="7" creationId="{24FFD731-51BE-FDF5-FA6C-EA39DC7B854C}"/>
          </ac:picMkLst>
        </pc:picChg>
        <pc:picChg chg="add mod">
          <ac:chgData name="Singh, Ravinder" userId="0eb443ab-daaa-4feb-a0be-29c589350732" providerId="ADAL" clId="{5FC06259-56C8-47C8-8BCB-8334DFEDE159}" dt="2024-07-10T22:07:29.618" v="4742" actId="1076"/>
          <ac:picMkLst>
            <pc:docMk/>
            <pc:sldMk cId="2972470173" sldId="356"/>
            <ac:picMk id="9" creationId="{7240986C-3378-D3A5-2194-E50937C61E46}"/>
          </ac:picMkLst>
        </pc:picChg>
        <pc:picChg chg="add mod">
          <ac:chgData name="Singh, Ravinder" userId="0eb443ab-daaa-4feb-a0be-29c589350732" providerId="ADAL" clId="{5FC06259-56C8-47C8-8BCB-8334DFEDE159}" dt="2024-07-10T22:08:47.215" v="4750" actId="14100"/>
          <ac:picMkLst>
            <pc:docMk/>
            <pc:sldMk cId="2972470173" sldId="356"/>
            <ac:picMk id="11" creationId="{3C78B7B0-2497-9401-C5F2-DFA129DA842A}"/>
          </ac:picMkLst>
        </pc:picChg>
        <pc:picChg chg="add mod">
          <ac:chgData name="Singh, Ravinder" userId="0eb443ab-daaa-4feb-a0be-29c589350732" providerId="ADAL" clId="{5FC06259-56C8-47C8-8BCB-8334DFEDE159}" dt="2024-07-10T22:08:37.904" v="4749" actId="1076"/>
          <ac:picMkLst>
            <pc:docMk/>
            <pc:sldMk cId="2972470173" sldId="356"/>
            <ac:picMk id="13" creationId="{E36E5368-FB85-A179-186A-EC735491AA7E}"/>
          </ac:picMkLst>
        </pc:picChg>
        <pc:cxnChg chg="add">
          <ac:chgData name="Singh, Ravinder" userId="0eb443ab-daaa-4feb-a0be-29c589350732" providerId="ADAL" clId="{5FC06259-56C8-47C8-8BCB-8334DFEDE159}" dt="2024-07-12T03:45:32.835" v="7162" actId="11529"/>
          <ac:cxnSpMkLst>
            <pc:docMk/>
            <pc:sldMk cId="2972470173" sldId="356"/>
            <ac:cxnSpMk id="6" creationId="{EF33036E-3CD7-615D-FF52-C79F4F6BAD0E}"/>
          </ac:cxnSpMkLst>
        </pc:cxnChg>
        <pc:cxnChg chg="add mod">
          <ac:chgData name="Singh, Ravinder" userId="0eb443ab-daaa-4feb-a0be-29c589350732" providerId="ADAL" clId="{5FC06259-56C8-47C8-8BCB-8334DFEDE159}" dt="2024-07-12T03:46:26.592" v="7183" actId="1076"/>
          <ac:cxnSpMkLst>
            <pc:docMk/>
            <pc:sldMk cId="2972470173" sldId="356"/>
            <ac:cxnSpMk id="7" creationId="{C1AA10C8-E651-DDBD-B559-2E1F586F7587}"/>
          </ac:cxnSpMkLst>
        </pc:cxnChg>
      </pc:sldChg>
      <pc:sldChg chg="delSp modSp new mod">
        <pc:chgData name="Singh, Ravinder" userId="0eb443ab-daaa-4feb-a0be-29c589350732" providerId="ADAL" clId="{5FC06259-56C8-47C8-8BCB-8334DFEDE159}" dt="2024-07-10T22:16:09.366" v="4761" actId="478"/>
        <pc:sldMkLst>
          <pc:docMk/>
          <pc:sldMk cId="3136905598" sldId="357"/>
        </pc:sldMkLst>
        <pc:spChg chg="mod">
          <ac:chgData name="Singh, Ravinder" userId="0eb443ab-daaa-4feb-a0be-29c589350732" providerId="ADAL" clId="{5FC06259-56C8-47C8-8BCB-8334DFEDE159}" dt="2024-07-10T22:16:06.577" v="4760"/>
          <ac:spMkLst>
            <pc:docMk/>
            <pc:sldMk cId="3136905598" sldId="357"/>
            <ac:spMk id="4" creationId="{5AE24900-F3C2-293D-AC8F-6ECE72137B8C}"/>
          </ac:spMkLst>
        </pc:spChg>
        <pc:spChg chg="del">
          <ac:chgData name="Singh, Ravinder" userId="0eb443ab-daaa-4feb-a0be-29c589350732" providerId="ADAL" clId="{5FC06259-56C8-47C8-8BCB-8334DFEDE159}" dt="2024-07-10T22:16:09.366" v="4761" actId="478"/>
          <ac:spMkLst>
            <pc:docMk/>
            <pc:sldMk cId="3136905598" sldId="357"/>
            <ac:spMk id="5" creationId="{36D13995-EADA-8DCE-9338-30CA1924D76E}"/>
          </ac:spMkLst>
        </pc:spChg>
      </pc:sldChg>
      <pc:sldChg chg="delSp modSp new mod">
        <pc:chgData name="Singh, Ravinder" userId="0eb443ab-daaa-4feb-a0be-29c589350732" providerId="ADAL" clId="{5FC06259-56C8-47C8-8BCB-8334DFEDE159}" dt="2024-07-11T17:21:57.840" v="7091" actId="5793"/>
        <pc:sldMkLst>
          <pc:docMk/>
          <pc:sldMk cId="2376636318" sldId="358"/>
        </pc:sldMkLst>
        <pc:spChg chg="mod">
          <ac:chgData name="Singh, Ravinder" userId="0eb443ab-daaa-4feb-a0be-29c589350732" providerId="ADAL" clId="{5FC06259-56C8-47C8-8BCB-8334DFEDE159}" dt="2024-07-11T17:21:57.840" v="7091" actId="5793"/>
          <ac:spMkLst>
            <pc:docMk/>
            <pc:sldMk cId="2376636318" sldId="358"/>
            <ac:spMk id="4" creationId="{6902BE7E-C914-301B-CBE5-FBB0F070F36F}"/>
          </ac:spMkLst>
        </pc:spChg>
        <pc:spChg chg="del">
          <ac:chgData name="Singh, Ravinder" userId="0eb443ab-daaa-4feb-a0be-29c589350732" providerId="ADAL" clId="{5FC06259-56C8-47C8-8BCB-8334DFEDE159}" dt="2024-07-10T22:19:29.777" v="4792" actId="478"/>
          <ac:spMkLst>
            <pc:docMk/>
            <pc:sldMk cId="2376636318" sldId="358"/>
            <ac:spMk id="5" creationId="{5172EE75-A179-9B94-1C8F-08A76CA82B7E}"/>
          </ac:spMkLst>
        </pc:spChg>
      </pc:sldChg>
      <pc:sldChg chg="delSp modSp new mod">
        <pc:chgData name="Singh, Ravinder" userId="0eb443ab-daaa-4feb-a0be-29c589350732" providerId="ADAL" clId="{5FC06259-56C8-47C8-8BCB-8334DFEDE159}" dt="2024-07-11T20:45:46.585" v="7133" actId="20577"/>
        <pc:sldMkLst>
          <pc:docMk/>
          <pc:sldMk cId="3507453027" sldId="359"/>
        </pc:sldMkLst>
        <pc:spChg chg="mod">
          <ac:chgData name="Singh, Ravinder" userId="0eb443ab-daaa-4feb-a0be-29c589350732" providerId="ADAL" clId="{5FC06259-56C8-47C8-8BCB-8334DFEDE159}" dt="2024-07-11T20:45:46.585" v="7133" actId="20577"/>
          <ac:spMkLst>
            <pc:docMk/>
            <pc:sldMk cId="3507453027" sldId="359"/>
            <ac:spMk id="4" creationId="{01DB65DC-E10F-4BCE-A977-6F505DE757FB}"/>
          </ac:spMkLst>
        </pc:spChg>
        <pc:spChg chg="del">
          <ac:chgData name="Singh, Ravinder" userId="0eb443ab-daaa-4feb-a0be-29c589350732" providerId="ADAL" clId="{5FC06259-56C8-47C8-8BCB-8334DFEDE159}" dt="2024-07-10T22:34:21.180" v="5350" actId="478"/>
          <ac:spMkLst>
            <pc:docMk/>
            <pc:sldMk cId="3507453027" sldId="359"/>
            <ac:spMk id="5" creationId="{E097C4CE-0F90-263C-206C-91B0141E7785}"/>
          </ac:spMkLst>
        </pc:spChg>
      </pc:sldChg>
      <pc:sldChg chg="addSp delSp modSp new mod modClrScheme chgLayout">
        <pc:chgData name="Singh, Ravinder" userId="0eb443ab-daaa-4feb-a0be-29c589350732" providerId="ADAL" clId="{5FC06259-56C8-47C8-8BCB-8334DFEDE159}" dt="2024-07-11T16:27:33.072" v="6606" actId="1076"/>
        <pc:sldMkLst>
          <pc:docMk/>
          <pc:sldMk cId="2207870015" sldId="360"/>
        </pc:sldMkLst>
        <pc:spChg chg="mod">
          <ac:chgData name="Singh, Ravinder" userId="0eb443ab-daaa-4feb-a0be-29c589350732" providerId="ADAL" clId="{5FC06259-56C8-47C8-8BCB-8334DFEDE159}" dt="2024-07-11T16:20:11.396" v="6484" actId="26606"/>
          <ac:spMkLst>
            <pc:docMk/>
            <pc:sldMk cId="2207870015" sldId="360"/>
            <ac:spMk id="2" creationId="{E722649D-1983-F645-42C0-5D3BBE98317F}"/>
          </ac:spMkLst>
        </pc:spChg>
        <pc:spChg chg="mod">
          <ac:chgData name="Singh, Ravinder" userId="0eb443ab-daaa-4feb-a0be-29c589350732" providerId="ADAL" clId="{5FC06259-56C8-47C8-8BCB-8334DFEDE159}" dt="2024-07-11T16:20:11.396" v="6484" actId="26606"/>
          <ac:spMkLst>
            <pc:docMk/>
            <pc:sldMk cId="2207870015" sldId="360"/>
            <ac:spMk id="3" creationId="{D6DCBB0A-D651-41C3-680F-74D9B5B13F07}"/>
          </ac:spMkLst>
        </pc:spChg>
        <pc:spChg chg="del">
          <ac:chgData name="Singh, Ravinder" userId="0eb443ab-daaa-4feb-a0be-29c589350732" providerId="ADAL" clId="{5FC06259-56C8-47C8-8BCB-8334DFEDE159}" dt="2024-07-11T16:00:24.183" v="6148" actId="478"/>
          <ac:spMkLst>
            <pc:docMk/>
            <pc:sldMk cId="2207870015" sldId="360"/>
            <ac:spMk id="4" creationId="{620E7203-0F2C-E1DC-B9F3-BD9BE4004132}"/>
          </ac:spMkLst>
        </pc:spChg>
        <pc:spChg chg="del">
          <ac:chgData name="Singh, Ravinder" userId="0eb443ab-daaa-4feb-a0be-29c589350732" providerId="ADAL" clId="{5FC06259-56C8-47C8-8BCB-8334DFEDE159}" dt="2024-07-11T16:00:26.993" v="6149" actId="478"/>
          <ac:spMkLst>
            <pc:docMk/>
            <pc:sldMk cId="2207870015" sldId="360"/>
            <ac:spMk id="5" creationId="{16D67099-7F89-0F60-BEEA-34B77500182E}"/>
          </ac:spMkLst>
        </pc:spChg>
        <pc:spChg chg="add del mod">
          <ac:chgData name="Singh, Ravinder" userId="0eb443ab-daaa-4feb-a0be-29c589350732" providerId="ADAL" clId="{5FC06259-56C8-47C8-8BCB-8334DFEDE159}" dt="2024-07-11T16:20:11.396" v="6484" actId="26606"/>
          <ac:spMkLst>
            <pc:docMk/>
            <pc:sldMk cId="2207870015" sldId="360"/>
            <ac:spMk id="16" creationId="{F09F2C1B-4D83-9E34-2B8C-447C4B0D089F}"/>
          </ac:spMkLst>
        </pc:spChg>
        <pc:spChg chg="add mod">
          <ac:chgData name="Singh, Ravinder" userId="0eb443ab-daaa-4feb-a0be-29c589350732" providerId="ADAL" clId="{5FC06259-56C8-47C8-8BCB-8334DFEDE159}" dt="2024-07-11T16:25:59.674" v="6549" actId="1076"/>
          <ac:spMkLst>
            <pc:docMk/>
            <pc:sldMk cId="2207870015" sldId="360"/>
            <ac:spMk id="19" creationId="{F6BD408B-7950-CE7B-212A-F31ADE4CDAAE}"/>
          </ac:spMkLst>
        </pc:spChg>
        <pc:spChg chg="add mod">
          <ac:chgData name="Singh, Ravinder" userId="0eb443ab-daaa-4feb-a0be-29c589350732" providerId="ADAL" clId="{5FC06259-56C8-47C8-8BCB-8334DFEDE159}" dt="2024-07-11T16:26:09.128" v="6551" actId="1076"/>
          <ac:spMkLst>
            <pc:docMk/>
            <pc:sldMk cId="2207870015" sldId="360"/>
            <ac:spMk id="22" creationId="{69392CD8-9A89-7EA2-1B64-B1FB62635C26}"/>
          </ac:spMkLst>
        </pc:spChg>
        <pc:spChg chg="add mod">
          <ac:chgData name="Singh, Ravinder" userId="0eb443ab-daaa-4feb-a0be-29c589350732" providerId="ADAL" clId="{5FC06259-56C8-47C8-8BCB-8334DFEDE159}" dt="2024-07-11T16:27:33.072" v="6606" actId="1076"/>
          <ac:spMkLst>
            <pc:docMk/>
            <pc:sldMk cId="2207870015" sldId="360"/>
            <ac:spMk id="28" creationId="{50A8F4A1-54E9-6D33-C376-B4D34E7D09D5}"/>
          </ac:spMkLst>
        </pc:spChg>
        <pc:picChg chg="add del mod">
          <ac:chgData name="Singh, Ravinder" userId="0eb443ab-daaa-4feb-a0be-29c589350732" providerId="ADAL" clId="{5FC06259-56C8-47C8-8BCB-8334DFEDE159}" dt="2024-07-11T16:19:31.423" v="6478" actId="478"/>
          <ac:picMkLst>
            <pc:docMk/>
            <pc:sldMk cId="2207870015" sldId="360"/>
            <ac:picMk id="7" creationId="{8A2E0987-0C56-A327-2D31-70676D4E768B}"/>
          </ac:picMkLst>
        </pc:picChg>
        <pc:picChg chg="add del mod">
          <ac:chgData name="Singh, Ravinder" userId="0eb443ab-daaa-4feb-a0be-29c589350732" providerId="ADAL" clId="{5FC06259-56C8-47C8-8BCB-8334DFEDE159}" dt="2024-07-11T16:20:37.558" v="6490" actId="478"/>
          <ac:picMkLst>
            <pc:docMk/>
            <pc:sldMk cId="2207870015" sldId="360"/>
            <ac:picMk id="9" creationId="{9F4ED5F7-33AA-D32D-610C-2C8840A5B672}"/>
          </ac:picMkLst>
        </pc:picChg>
        <pc:picChg chg="add del mod ord">
          <ac:chgData name="Singh, Ravinder" userId="0eb443ab-daaa-4feb-a0be-29c589350732" providerId="ADAL" clId="{5FC06259-56C8-47C8-8BCB-8334DFEDE159}" dt="2024-07-11T16:20:35.731" v="6489" actId="478"/>
          <ac:picMkLst>
            <pc:docMk/>
            <pc:sldMk cId="2207870015" sldId="360"/>
            <ac:picMk id="11" creationId="{76641ABC-D14C-3AFA-3CDE-284A5B88CC6D}"/>
          </ac:picMkLst>
        </pc:picChg>
        <pc:picChg chg="add mod">
          <ac:chgData name="Singh, Ravinder" userId="0eb443ab-daaa-4feb-a0be-29c589350732" providerId="ADAL" clId="{5FC06259-56C8-47C8-8BCB-8334DFEDE159}" dt="2024-07-11T16:21:25.771" v="6497" actId="14100"/>
          <ac:picMkLst>
            <pc:docMk/>
            <pc:sldMk cId="2207870015" sldId="360"/>
            <ac:picMk id="13" creationId="{B9FEEBD7-44A9-D477-D161-4D436459283F}"/>
          </ac:picMkLst>
        </pc:picChg>
        <pc:picChg chg="add mod">
          <ac:chgData name="Singh, Ravinder" userId="0eb443ab-daaa-4feb-a0be-29c589350732" providerId="ADAL" clId="{5FC06259-56C8-47C8-8BCB-8334DFEDE159}" dt="2024-07-11T16:22:24.612" v="6509" actId="1076"/>
          <ac:picMkLst>
            <pc:docMk/>
            <pc:sldMk cId="2207870015" sldId="360"/>
            <ac:picMk id="15" creationId="{712EFA92-4104-D757-DBD8-C10A3095B46A}"/>
          </ac:picMkLst>
        </pc:picChg>
        <pc:cxnChg chg="add mod">
          <ac:chgData name="Singh, Ravinder" userId="0eb443ab-daaa-4feb-a0be-29c589350732" providerId="ADAL" clId="{5FC06259-56C8-47C8-8BCB-8334DFEDE159}" dt="2024-07-11T16:25:55.067" v="6548" actId="14100"/>
          <ac:cxnSpMkLst>
            <pc:docMk/>
            <pc:sldMk cId="2207870015" sldId="360"/>
            <ac:cxnSpMk id="18" creationId="{79C9DCF7-9ABE-8914-7AE5-797A17DCE901}"/>
          </ac:cxnSpMkLst>
        </pc:cxnChg>
        <pc:cxnChg chg="add mod">
          <ac:chgData name="Singh, Ravinder" userId="0eb443ab-daaa-4feb-a0be-29c589350732" providerId="ADAL" clId="{5FC06259-56C8-47C8-8BCB-8334DFEDE159}" dt="2024-07-11T16:26:05.302" v="6550" actId="14100"/>
          <ac:cxnSpMkLst>
            <pc:docMk/>
            <pc:sldMk cId="2207870015" sldId="360"/>
            <ac:cxnSpMk id="21" creationId="{B806DF76-A4A6-678E-2182-C3C81D92661F}"/>
          </ac:cxnSpMkLst>
        </pc:cxnChg>
        <pc:cxnChg chg="add mod">
          <ac:chgData name="Singh, Ravinder" userId="0eb443ab-daaa-4feb-a0be-29c589350732" providerId="ADAL" clId="{5FC06259-56C8-47C8-8BCB-8334DFEDE159}" dt="2024-07-11T16:25:48.504" v="6547" actId="14100"/>
          <ac:cxnSpMkLst>
            <pc:docMk/>
            <pc:sldMk cId="2207870015" sldId="360"/>
            <ac:cxnSpMk id="23" creationId="{F1DE3863-A94D-27D7-E4BB-EFAF574D6F9D}"/>
          </ac:cxnSpMkLst>
        </pc:cxnChg>
      </pc:sldChg>
      <pc:sldChg chg="addSp delSp modSp new mod modClrScheme chgLayout">
        <pc:chgData name="Singh, Ravinder" userId="0eb443ab-daaa-4feb-a0be-29c589350732" providerId="ADAL" clId="{5FC06259-56C8-47C8-8BCB-8334DFEDE159}" dt="2024-07-11T16:54:17.221" v="7075" actId="1076"/>
        <pc:sldMkLst>
          <pc:docMk/>
          <pc:sldMk cId="2100625820" sldId="361"/>
        </pc:sldMkLst>
        <pc:spChg chg="mod">
          <ac:chgData name="Singh, Ravinder" userId="0eb443ab-daaa-4feb-a0be-29c589350732" providerId="ADAL" clId="{5FC06259-56C8-47C8-8BCB-8334DFEDE159}" dt="2024-07-11T16:34:32.518" v="6708" actId="26606"/>
          <ac:spMkLst>
            <pc:docMk/>
            <pc:sldMk cId="2100625820" sldId="361"/>
            <ac:spMk id="2" creationId="{C186350B-B3E6-724E-B2C6-8CBE2D1AAE17}"/>
          </ac:spMkLst>
        </pc:spChg>
        <pc:spChg chg="mod">
          <ac:chgData name="Singh, Ravinder" userId="0eb443ab-daaa-4feb-a0be-29c589350732" providerId="ADAL" clId="{5FC06259-56C8-47C8-8BCB-8334DFEDE159}" dt="2024-07-11T16:34:32.518" v="6708" actId="26606"/>
          <ac:spMkLst>
            <pc:docMk/>
            <pc:sldMk cId="2100625820" sldId="361"/>
            <ac:spMk id="3" creationId="{49546EDE-8144-7602-C6FA-CA11CDC9B4FC}"/>
          </ac:spMkLst>
        </pc:spChg>
        <pc:spChg chg="mod ord">
          <ac:chgData name="Singh, Ravinder" userId="0eb443ab-daaa-4feb-a0be-29c589350732" providerId="ADAL" clId="{5FC06259-56C8-47C8-8BCB-8334DFEDE159}" dt="2024-07-11T16:53:36.408" v="7068" actId="20577"/>
          <ac:spMkLst>
            <pc:docMk/>
            <pc:sldMk cId="2100625820" sldId="361"/>
            <ac:spMk id="4" creationId="{3427A39E-7D83-154F-E37F-DC5BD4A57EFB}"/>
          </ac:spMkLst>
        </pc:spChg>
        <pc:spChg chg="mod ord">
          <ac:chgData name="Singh, Ravinder" userId="0eb443ab-daaa-4feb-a0be-29c589350732" providerId="ADAL" clId="{5FC06259-56C8-47C8-8BCB-8334DFEDE159}" dt="2024-07-11T16:34:32.518" v="6708" actId="26606"/>
          <ac:spMkLst>
            <pc:docMk/>
            <pc:sldMk cId="2100625820" sldId="361"/>
            <ac:spMk id="5" creationId="{44F0F660-1EC3-4EDC-33A3-B116537DCBBE}"/>
          </ac:spMkLst>
        </pc:spChg>
        <pc:spChg chg="add del mod">
          <ac:chgData name="Singh, Ravinder" userId="0eb443ab-daaa-4feb-a0be-29c589350732" providerId="ADAL" clId="{5FC06259-56C8-47C8-8BCB-8334DFEDE159}" dt="2024-07-11T16:34:19.777" v="6705"/>
          <ac:spMkLst>
            <pc:docMk/>
            <pc:sldMk cId="2100625820" sldId="361"/>
            <ac:spMk id="6" creationId="{6EDFBBFB-C890-F36C-0087-DF5DB3187E43}"/>
          </ac:spMkLst>
        </pc:spChg>
        <pc:spChg chg="add del mod">
          <ac:chgData name="Singh, Ravinder" userId="0eb443ab-daaa-4feb-a0be-29c589350732" providerId="ADAL" clId="{5FC06259-56C8-47C8-8BCB-8334DFEDE159}" dt="2024-07-11T16:34:32.518" v="6708" actId="26606"/>
          <ac:spMkLst>
            <pc:docMk/>
            <pc:sldMk cId="2100625820" sldId="361"/>
            <ac:spMk id="13" creationId="{E10F2524-4B99-88CA-2126-9BC5BA5E579C}"/>
          </ac:spMkLst>
        </pc:spChg>
        <pc:picChg chg="add mod">
          <ac:chgData name="Singh, Ravinder" userId="0eb443ab-daaa-4feb-a0be-29c589350732" providerId="ADAL" clId="{5FC06259-56C8-47C8-8BCB-8334DFEDE159}" dt="2024-07-11T16:54:17.221" v="7075" actId="1076"/>
          <ac:picMkLst>
            <pc:docMk/>
            <pc:sldMk cId="2100625820" sldId="361"/>
            <ac:picMk id="8" creationId="{B85E4EAB-A9FF-FD7A-C1C7-BD0F030FDEA7}"/>
          </ac:picMkLst>
        </pc:picChg>
      </pc:sldChg>
      <pc:sldChg chg="addSp delSp modSp new mod modClrScheme chgLayout">
        <pc:chgData name="Singh, Ravinder" userId="0eb443ab-daaa-4feb-a0be-29c589350732" providerId="ADAL" clId="{5FC06259-56C8-47C8-8BCB-8334DFEDE159}" dt="2024-07-12T03:40:23.967" v="7161" actId="20577"/>
        <pc:sldMkLst>
          <pc:docMk/>
          <pc:sldMk cId="3888202894" sldId="362"/>
        </pc:sldMkLst>
        <pc:spChg chg="mod">
          <ac:chgData name="Singh, Ravinder" userId="0eb443ab-daaa-4feb-a0be-29c589350732" providerId="ADAL" clId="{5FC06259-56C8-47C8-8BCB-8334DFEDE159}" dt="2024-07-11T16:42:19.273" v="6951" actId="26606"/>
          <ac:spMkLst>
            <pc:docMk/>
            <pc:sldMk cId="3888202894" sldId="362"/>
            <ac:spMk id="2" creationId="{DCE1896C-7CAB-36F7-5365-C3A4287ED618}"/>
          </ac:spMkLst>
        </pc:spChg>
        <pc:spChg chg="mod">
          <ac:chgData name="Singh, Ravinder" userId="0eb443ab-daaa-4feb-a0be-29c589350732" providerId="ADAL" clId="{5FC06259-56C8-47C8-8BCB-8334DFEDE159}" dt="2024-07-11T16:42:19.273" v="6951" actId="26606"/>
          <ac:spMkLst>
            <pc:docMk/>
            <pc:sldMk cId="3888202894" sldId="362"/>
            <ac:spMk id="3" creationId="{918208AF-F133-32E3-98FB-5E989089B6D2}"/>
          </ac:spMkLst>
        </pc:spChg>
        <pc:spChg chg="mod ord">
          <ac:chgData name="Singh, Ravinder" userId="0eb443ab-daaa-4feb-a0be-29c589350732" providerId="ADAL" clId="{5FC06259-56C8-47C8-8BCB-8334DFEDE159}" dt="2024-07-12T03:40:23.967" v="7161" actId="20577"/>
          <ac:spMkLst>
            <pc:docMk/>
            <pc:sldMk cId="3888202894" sldId="362"/>
            <ac:spMk id="4" creationId="{3EE776A4-AAF9-6403-555F-A04E9FC02332}"/>
          </ac:spMkLst>
        </pc:spChg>
        <pc:spChg chg="del">
          <ac:chgData name="Singh, Ravinder" userId="0eb443ab-daaa-4feb-a0be-29c589350732" providerId="ADAL" clId="{5FC06259-56C8-47C8-8BCB-8334DFEDE159}" dt="2024-07-11T16:37:51.545" v="6762" actId="478"/>
          <ac:spMkLst>
            <pc:docMk/>
            <pc:sldMk cId="3888202894" sldId="362"/>
            <ac:spMk id="5" creationId="{C0E3BEED-4BE8-22B3-F946-A8BB25A68C4F}"/>
          </ac:spMkLst>
        </pc:spChg>
        <pc:spChg chg="add del mod">
          <ac:chgData name="Singh, Ravinder" userId="0eb443ab-daaa-4feb-a0be-29c589350732" providerId="ADAL" clId="{5FC06259-56C8-47C8-8BCB-8334DFEDE159}" dt="2024-07-11T16:40:14.468" v="6766"/>
          <ac:spMkLst>
            <pc:docMk/>
            <pc:sldMk cId="3888202894" sldId="362"/>
            <ac:spMk id="6" creationId="{57C96099-4905-61BB-D4D1-8B0CC2AC914B}"/>
          </ac:spMkLst>
        </pc:spChg>
        <pc:spChg chg="add del mod">
          <ac:chgData name="Singh, Ravinder" userId="0eb443ab-daaa-4feb-a0be-29c589350732" providerId="ADAL" clId="{5FC06259-56C8-47C8-8BCB-8334DFEDE159}" dt="2024-07-11T16:53:53.226" v="7072" actId="478"/>
          <ac:spMkLst>
            <pc:docMk/>
            <pc:sldMk cId="3888202894" sldId="362"/>
            <ac:spMk id="13" creationId="{B39E546B-BD47-B36F-9B43-E1910897E43A}"/>
          </ac:spMkLst>
        </pc:spChg>
        <pc:picChg chg="add mod">
          <ac:chgData name="Singh, Ravinder" userId="0eb443ab-daaa-4feb-a0be-29c589350732" providerId="ADAL" clId="{5FC06259-56C8-47C8-8BCB-8334DFEDE159}" dt="2024-07-11T16:57:03.761" v="7088" actId="1076"/>
          <ac:picMkLst>
            <pc:docMk/>
            <pc:sldMk cId="3888202894" sldId="362"/>
            <ac:picMk id="8" creationId="{C7BAB48E-7128-301E-93BD-AB8DDC679088}"/>
          </ac:picMkLst>
        </pc:picChg>
        <pc:picChg chg="add mod">
          <ac:chgData name="Singh, Ravinder" userId="0eb443ab-daaa-4feb-a0be-29c589350732" providerId="ADAL" clId="{5FC06259-56C8-47C8-8BCB-8334DFEDE159}" dt="2024-07-11T16:57:06.289" v="7089" actId="1076"/>
          <ac:picMkLst>
            <pc:docMk/>
            <pc:sldMk cId="3888202894" sldId="362"/>
            <ac:picMk id="10" creationId="{B230A98D-2AA1-61E2-1A5B-5C0843A40237}"/>
          </ac:picMkLst>
        </pc:picChg>
      </pc:sldChg>
      <pc:sldChg chg="new del">
        <pc:chgData name="Singh, Ravinder" userId="0eb443ab-daaa-4feb-a0be-29c589350732" providerId="ADAL" clId="{5FC06259-56C8-47C8-8BCB-8334DFEDE159}" dt="2024-07-11T16:54:01.212" v="7073" actId="2696"/>
        <pc:sldMkLst>
          <pc:docMk/>
          <pc:sldMk cId="2473336859" sldId="363"/>
        </pc:sldMkLst>
      </pc:sldChg>
    </pc:docChg>
  </pc:docChgLst>
  <pc:docChgLst>
    <pc:chgData name="Garg, Jhanvi" userId="27d4af93-c45b-4f3c-9805-f02975bc97c9" providerId="ADAL" clId="{B69A08EE-4480-4BD7-8B61-9B95CCF88C17}"/>
    <pc:docChg chg="undo custSel addSld delSld modSld sldOrd">
      <pc:chgData name="Garg, Jhanvi" userId="27d4af93-c45b-4f3c-9805-f02975bc97c9" providerId="ADAL" clId="{B69A08EE-4480-4BD7-8B61-9B95CCF88C17}" dt="2024-07-12T13:27:28.727" v="16832"/>
      <pc:docMkLst>
        <pc:docMk/>
      </pc:docMkLst>
      <pc:sldChg chg="addSp delSp modSp mod">
        <pc:chgData name="Garg, Jhanvi" userId="27d4af93-c45b-4f3c-9805-f02975bc97c9" providerId="ADAL" clId="{B69A08EE-4480-4BD7-8B61-9B95CCF88C17}" dt="2024-07-10T16:24:11.611" v="9986" actId="207"/>
        <pc:sldMkLst>
          <pc:docMk/>
          <pc:sldMk cId="1331537718" sldId="307"/>
        </pc:sldMkLst>
        <pc:spChg chg="add mod">
          <ac:chgData name="Garg, Jhanvi" userId="27d4af93-c45b-4f3c-9805-f02975bc97c9" providerId="ADAL" clId="{B69A08EE-4480-4BD7-8B61-9B95CCF88C17}" dt="2024-07-10T15:47:10.200" v="8985" actId="1076"/>
          <ac:spMkLst>
            <pc:docMk/>
            <pc:sldMk cId="1331537718" sldId="307"/>
            <ac:spMk id="3" creationId="{1F1D8A79-C3CA-3F5D-FF99-DD96FEC9E011}"/>
          </ac:spMkLst>
        </pc:spChg>
        <pc:spChg chg="del mod">
          <ac:chgData name="Garg, Jhanvi" userId="27d4af93-c45b-4f3c-9805-f02975bc97c9" providerId="ADAL" clId="{B69A08EE-4480-4BD7-8B61-9B95CCF88C17}" dt="2024-07-03T17:21:10.658" v="835" actId="478"/>
          <ac:spMkLst>
            <pc:docMk/>
            <pc:sldMk cId="1331537718" sldId="307"/>
            <ac:spMk id="3" creationId="{FDFEEA84-21D4-4180-B253-2B848D72C2ED}"/>
          </ac:spMkLst>
        </pc:spChg>
        <pc:spChg chg="mod">
          <ac:chgData name="Garg, Jhanvi" userId="27d4af93-c45b-4f3c-9805-f02975bc97c9" providerId="ADAL" clId="{B69A08EE-4480-4BD7-8B61-9B95CCF88C17}" dt="2024-07-10T16:24:11.611" v="9986" actId="207"/>
          <ac:spMkLst>
            <pc:docMk/>
            <pc:sldMk cId="1331537718" sldId="307"/>
            <ac:spMk id="4" creationId="{FB9C3B6C-A664-4411-85F4-A2B03DDDEA84}"/>
          </ac:spMkLst>
        </pc:spChg>
        <pc:spChg chg="del mod">
          <ac:chgData name="Garg, Jhanvi" userId="27d4af93-c45b-4f3c-9805-f02975bc97c9" providerId="ADAL" clId="{B69A08EE-4480-4BD7-8B61-9B95CCF88C17}" dt="2024-07-10T15:50:33.446" v="9081" actId="21"/>
          <ac:spMkLst>
            <pc:docMk/>
            <pc:sldMk cId="1331537718" sldId="307"/>
            <ac:spMk id="5" creationId="{A88BD3F6-3F43-41FC-A628-FB5343625F8D}"/>
          </ac:spMkLst>
        </pc:spChg>
        <pc:spChg chg="add mod">
          <ac:chgData name="Garg, Jhanvi" userId="27d4af93-c45b-4f3c-9805-f02975bc97c9" providerId="ADAL" clId="{B69A08EE-4480-4BD7-8B61-9B95CCF88C17}" dt="2024-07-10T15:49:52.193" v="9078" actId="1076"/>
          <ac:spMkLst>
            <pc:docMk/>
            <pc:sldMk cId="1331537718" sldId="307"/>
            <ac:spMk id="6" creationId="{64299CEB-012B-672F-57D3-8E9B87434B67}"/>
          </ac:spMkLst>
        </pc:spChg>
        <pc:spChg chg="add del">
          <ac:chgData name="Garg, Jhanvi" userId="27d4af93-c45b-4f3c-9805-f02975bc97c9" providerId="ADAL" clId="{B69A08EE-4480-4BD7-8B61-9B95CCF88C17}" dt="2024-07-10T15:26:34.678" v="8613" actId="478"/>
          <ac:spMkLst>
            <pc:docMk/>
            <pc:sldMk cId="1331537718" sldId="307"/>
            <ac:spMk id="7" creationId="{9A23E674-6813-DD7F-39A3-87864608752F}"/>
          </ac:spMkLst>
        </pc:spChg>
        <pc:spChg chg="add del mod">
          <ac:chgData name="Garg, Jhanvi" userId="27d4af93-c45b-4f3c-9805-f02975bc97c9" providerId="ADAL" clId="{B69A08EE-4480-4BD7-8B61-9B95CCF88C17}" dt="2024-07-10T15:26:31.603" v="8612" actId="478"/>
          <ac:spMkLst>
            <pc:docMk/>
            <pc:sldMk cId="1331537718" sldId="307"/>
            <ac:spMk id="8" creationId="{D9237CBB-0D0A-9FA5-5815-E2BA3FEC0311}"/>
          </ac:spMkLst>
        </pc:spChg>
        <pc:spChg chg="add mod">
          <ac:chgData name="Garg, Jhanvi" userId="27d4af93-c45b-4f3c-9805-f02975bc97c9" providerId="ADAL" clId="{B69A08EE-4480-4BD7-8B61-9B95CCF88C17}" dt="2024-07-10T15:46:51.058" v="8982" actId="14100"/>
          <ac:spMkLst>
            <pc:docMk/>
            <pc:sldMk cId="1331537718" sldId="307"/>
            <ac:spMk id="9" creationId="{8AC43734-87B1-CC5B-0935-8C2B599FC874}"/>
          </ac:spMkLst>
        </pc:spChg>
        <pc:spChg chg="add del">
          <ac:chgData name="Garg, Jhanvi" userId="27d4af93-c45b-4f3c-9805-f02975bc97c9" providerId="ADAL" clId="{B69A08EE-4480-4BD7-8B61-9B95CCF88C17}" dt="2024-07-10T15:32:35.568" v="8751" actId="11529"/>
          <ac:spMkLst>
            <pc:docMk/>
            <pc:sldMk cId="1331537718" sldId="307"/>
            <ac:spMk id="23" creationId="{325CF180-45C0-997E-CF42-58EB5644E0D2}"/>
          </ac:spMkLst>
        </pc:spChg>
        <pc:spChg chg="add del">
          <ac:chgData name="Garg, Jhanvi" userId="27d4af93-c45b-4f3c-9805-f02975bc97c9" providerId="ADAL" clId="{B69A08EE-4480-4BD7-8B61-9B95CCF88C17}" dt="2024-07-10T15:36:43.317" v="8775" actId="478"/>
          <ac:spMkLst>
            <pc:docMk/>
            <pc:sldMk cId="1331537718" sldId="307"/>
            <ac:spMk id="30" creationId="{B7FC6BE1-9BE7-9678-E630-81AA76959B35}"/>
          </ac:spMkLst>
        </pc:spChg>
        <pc:spChg chg="add del">
          <ac:chgData name="Garg, Jhanvi" userId="27d4af93-c45b-4f3c-9805-f02975bc97c9" providerId="ADAL" clId="{B69A08EE-4480-4BD7-8B61-9B95CCF88C17}" dt="2024-07-10T15:37:54.869" v="8779" actId="478"/>
          <ac:spMkLst>
            <pc:docMk/>
            <pc:sldMk cId="1331537718" sldId="307"/>
            <ac:spMk id="37" creationId="{18714122-4DDC-60DB-1364-FBE665E214C3}"/>
          </ac:spMkLst>
        </pc:spChg>
        <pc:spChg chg="add del">
          <ac:chgData name="Garg, Jhanvi" userId="27d4af93-c45b-4f3c-9805-f02975bc97c9" providerId="ADAL" clId="{B69A08EE-4480-4BD7-8B61-9B95CCF88C17}" dt="2024-07-10T15:38:33.551" v="8783" actId="11529"/>
          <ac:spMkLst>
            <pc:docMk/>
            <pc:sldMk cId="1331537718" sldId="307"/>
            <ac:spMk id="40" creationId="{4B1823D8-F058-4DE2-994B-487B3704FA55}"/>
          </ac:spMkLst>
        </pc:spChg>
        <pc:spChg chg="add del">
          <ac:chgData name="Garg, Jhanvi" userId="27d4af93-c45b-4f3c-9805-f02975bc97c9" providerId="ADAL" clId="{B69A08EE-4480-4BD7-8B61-9B95CCF88C17}" dt="2024-07-10T15:39:06.465" v="8785" actId="11529"/>
          <ac:spMkLst>
            <pc:docMk/>
            <pc:sldMk cId="1331537718" sldId="307"/>
            <ac:spMk id="41" creationId="{AFCD2349-B672-C4CF-E54A-38079E4EB058}"/>
          </ac:spMkLst>
        </pc:spChg>
        <pc:spChg chg="add del">
          <ac:chgData name="Garg, Jhanvi" userId="27d4af93-c45b-4f3c-9805-f02975bc97c9" providerId="ADAL" clId="{B69A08EE-4480-4BD7-8B61-9B95CCF88C17}" dt="2024-07-10T15:39:44.371" v="8791" actId="11529"/>
          <ac:spMkLst>
            <pc:docMk/>
            <pc:sldMk cId="1331537718" sldId="307"/>
            <ac:spMk id="45" creationId="{B986ADFC-116E-5712-A9D4-19A5C7A44716}"/>
          </ac:spMkLst>
        </pc:spChg>
        <pc:spChg chg="add mod">
          <ac:chgData name="Garg, Jhanvi" userId="27d4af93-c45b-4f3c-9805-f02975bc97c9" providerId="ADAL" clId="{B69A08EE-4480-4BD7-8B61-9B95CCF88C17}" dt="2024-07-10T15:47:27.863" v="8988" actId="1076"/>
          <ac:spMkLst>
            <pc:docMk/>
            <pc:sldMk cId="1331537718" sldId="307"/>
            <ac:spMk id="46" creationId="{98E4ACE8-6E7C-8C4B-D611-F6695E79D061}"/>
          </ac:spMkLst>
        </pc:spChg>
        <pc:spChg chg="add mod">
          <ac:chgData name="Garg, Jhanvi" userId="27d4af93-c45b-4f3c-9805-f02975bc97c9" providerId="ADAL" clId="{B69A08EE-4480-4BD7-8B61-9B95CCF88C17}" dt="2024-07-10T15:58:44.573" v="9195" actId="20577"/>
          <ac:spMkLst>
            <pc:docMk/>
            <pc:sldMk cId="1331537718" sldId="307"/>
            <ac:spMk id="47" creationId="{E82DC008-BBA1-D730-67D4-2413846CF5F9}"/>
          </ac:spMkLst>
        </pc:spChg>
        <pc:spChg chg="add del mod">
          <ac:chgData name="Garg, Jhanvi" userId="27d4af93-c45b-4f3c-9805-f02975bc97c9" providerId="ADAL" clId="{B69A08EE-4480-4BD7-8B61-9B95CCF88C17}" dt="2024-07-10T15:45:43.874" v="8943" actId="478"/>
          <ac:spMkLst>
            <pc:docMk/>
            <pc:sldMk cId="1331537718" sldId="307"/>
            <ac:spMk id="48" creationId="{86176E95-359F-04DD-B6E9-05E5A2D76010}"/>
          </ac:spMkLst>
        </pc:spChg>
        <pc:spChg chg="add mod">
          <ac:chgData name="Garg, Jhanvi" userId="27d4af93-c45b-4f3c-9805-f02975bc97c9" providerId="ADAL" clId="{B69A08EE-4480-4BD7-8B61-9B95CCF88C17}" dt="2024-07-10T15:51:18.692" v="9087" actId="14100"/>
          <ac:spMkLst>
            <pc:docMk/>
            <pc:sldMk cId="1331537718" sldId="307"/>
            <ac:spMk id="49" creationId="{47AC81DB-52A0-12AF-ACC7-2B196AEDC249}"/>
          </ac:spMkLst>
        </pc:spChg>
        <pc:spChg chg="add del mod">
          <ac:chgData name="Garg, Jhanvi" userId="27d4af93-c45b-4f3c-9805-f02975bc97c9" providerId="ADAL" clId="{B69A08EE-4480-4BD7-8B61-9B95CCF88C17}" dt="2024-07-10T15:50:55.462" v="9085"/>
          <ac:spMkLst>
            <pc:docMk/>
            <pc:sldMk cId="1331537718" sldId="307"/>
            <ac:spMk id="57" creationId="{8A574B00-A3AB-29F1-CD31-53A0880CE700}"/>
          </ac:spMkLst>
        </pc:spChg>
        <pc:spChg chg="add mod">
          <ac:chgData name="Garg, Jhanvi" userId="27d4af93-c45b-4f3c-9805-f02975bc97c9" providerId="ADAL" clId="{B69A08EE-4480-4BD7-8B61-9B95CCF88C17}" dt="2024-07-10T16:15:09.879" v="9649" actId="255"/>
          <ac:spMkLst>
            <pc:docMk/>
            <pc:sldMk cId="1331537718" sldId="307"/>
            <ac:spMk id="58" creationId="{CE1B634A-166C-22BD-A93A-35FD721DD701}"/>
          </ac:spMkLst>
        </pc:spChg>
        <pc:spChg chg="add del mod">
          <ac:chgData name="Garg, Jhanvi" userId="27d4af93-c45b-4f3c-9805-f02975bc97c9" providerId="ADAL" clId="{B69A08EE-4480-4BD7-8B61-9B95CCF88C17}" dt="2024-07-10T15:53:11.324" v="9143" actId="478"/>
          <ac:spMkLst>
            <pc:docMk/>
            <pc:sldMk cId="1331537718" sldId="307"/>
            <ac:spMk id="59" creationId="{A1297041-43B4-8251-627A-A7DF0973D399}"/>
          </ac:spMkLst>
        </pc:spChg>
        <pc:spChg chg="add del mod">
          <ac:chgData name="Garg, Jhanvi" userId="27d4af93-c45b-4f3c-9805-f02975bc97c9" providerId="ADAL" clId="{B69A08EE-4480-4BD7-8B61-9B95CCF88C17}" dt="2024-07-10T15:54:49.499" v="9148" actId="478"/>
          <ac:spMkLst>
            <pc:docMk/>
            <pc:sldMk cId="1331537718" sldId="307"/>
            <ac:spMk id="60" creationId="{49786C6D-5680-B0A0-58FA-8776DE7C2159}"/>
          </ac:spMkLst>
        </pc:spChg>
        <pc:spChg chg="add del">
          <ac:chgData name="Garg, Jhanvi" userId="27d4af93-c45b-4f3c-9805-f02975bc97c9" providerId="ADAL" clId="{B69A08EE-4480-4BD7-8B61-9B95CCF88C17}" dt="2024-07-10T16:23:36.859" v="9964" actId="11529"/>
          <ac:spMkLst>
            <pc:docMk/>
            <pc:sldMk cId="1331537718" sldId="307"/>
            <ac:spMk id="61" creationId="{3AD4EC9A-A75D-6A56-8273-389EBFE3AE58}"/>
          </ac:spMkLst>
        </pc:spChg>
        <pc:spChg chg="add">
          <ac:chgData name="Garg, Jhanvi" userId="27d4af93-c45b-4f3c-9805-f02975bc97c9" providerId="ADAL" clId="{B69A08EE-4480-4BD7-8B61-9B95CCF88C17}" dt="2024-07-10T16:23:45.625" v="9965" actId="11529"/>
          <ac:spMkLst>
            <pc:docMk/>
            <pc:sldMk cId="1331537718" sldId="307"/>
            <ac:spMk id="62" creationId="{E67C1906-E35D-6962-4117-2661E48E3961}"/>
          </ac:spMkLst>
        </pc:spChg>
        <pc:cxnChg chg="add mod">
          <ac:chgData name="Garg, Jhanvi" userId="27d4af93-c45b-4f3c-9805-f02975bc97c9" providerId="ADAL" clId="{B69A08EE-4480-4BD7-8B61-9B95CCF88C17}" dt="2024-07-10T15:49:52.193" v="9078" actId="1076"/>
          <ac:cxnSpMkLst>
            <pc:docMk/>
            <pc:sldMk cId="1331537718" sldId="307"/>
            <ac:cxnSpMk id="11" creationId="{D5205A03-7DEB-607C-E127-8DE633518591}"/>
          </ac:cxnSpMkLst>
        </pc:cxnChg>
        <pc:cxnChg chg="add del mod">
          <ac:chgData name="Garg, Jhanvi" userId="27d4af93-c45b-4f3c-9805-f02975bc97c9" providerId="ADAL" clId="{B69A08EE-4480-4BD7-8B61-9B95CCF88C17}" dt="2024-07-10T15:28:21.131" v="8656" actId="11529"/>
          <ac:cxnSpMkLst>
            <pc:docMk/>
            <pc:sldMk cId="1331537718" sldId="307"/>
            <ac:cxnSpMk id="13" creationId="{C5E81330-210A-60E3-D7BF-B8B671AFDA4F}"/>
          </ac:cxnSpMkLst>
        </pc:cxnChg>
        <pc:cxnChg chg="add mod">
          <ac:chgData name="Garg, Jhanvi" userId="27d4af93-c45b-4f3c-9805-f02975bc97c9" providerId="ADAL" clId="{B69A08EE-4480-4BD7-8B61-9B95CCF88C17}" dt="2024-07-10T15:47:22.166" v="8987" actId="14100"/>
          <ac:cxnSpMkLst>
            <pc:docMk/>
            <pc:sldMk cId="1331537718" sldId="307"/>
            <ac:cxnSpMk id="18" creationId="{A97F8561-57D7-5A6F-CDF7-919E8FB51702}"/>
          </ac:cxnSpMkLst>
        </pc:cxnChg>
        <pc:cxnChg chg="add del mod">
          <ac:chgData name="Garg, Jhanvi" userId="27d4af93-c45b-4f3c-9805-f02975bc97c9" providerId="ADAL" clId="{B69A08EE-4480-4BD7-8B61-9B95CCF88C17}" dt="2024-07-10T15:32:10.598" v="8749" actId="11529"/>
          <ac:cxnSpMkLst>
            <pc:docMk/>
            <pc:sldMk cId="1331537718" sldId="307"/>
            <ac:cxnSpMk id="22" creationId="{6B0F923B-5627-F7C7-50C8-636F86C3A6FF}"/>
          </ac:cxnSpMkLst>
        </pc:cxnChg>
        <pc:cxnChg chg="add del mod">
          <ac:chgData name="Garg, Jhanvi" userId="27d4af93-c45b-4f3c-9805-f02975bc97c9" providerId="ADAL" clId="{B69A08EE-4480-4BD7-8B61-9B95CCF88C17}" dt="2024-07-10T15:33:44.930" v="8759" actId="11529"/>
          <ac:cxnSpMkLst>
            <pc:docMk/>
            <pc:sldMk cId="1331537718" sldId="307"/>
            <ac:cxnSpMk id="25" creationId="{DE4AA901-E0EA-9FA8-D805-B6C2FA4D7BF8}"/>
          </ac:cxnSpMkLst>
        </pc:cxnChg>
        <pc:cxnChg chg="add del mod">
          <ac:chgData name="Garg, Jhanvi" userId="27d4af93-c45b-4f3c-9805-f02975bc97c9" providerId="ADAL" clId="{B69A08EE-4480-4BD7-8B61-9B95CCF88C17}" dt="2024-07-10T15:34:41.452" v="8761" actId="11529"/>
          <ac:cxnSpMkLst>
            <pc:docMk/>
            <pc:sldMk cId="1331537718" sldId="307"/>
            <ac:cxnSpMk id="29" creationId="{0405981D-AE96-BD44-FC34-A7082AB0DFCB}"/>
          </ac:cxnSpMkLst>
        </pc:cxnChg>
        <pc:cxnChg chg="add del mod">
          <ac:chgData name="Garg, Jhanvi" userId="27d4af93-c45b-4f3c-9805-f02975bc97c9" providerId="ADAL" clId="{B69A08EE-4480-4BD7-8B61-9B95CCF88C17}" dt="2024-07-10T15:36:41.060" v="8773" actId="11529"/>
          <ac:cxnSpMkLst>
            <pc:docMk/>
            <pc:sldMk cId="1331537718" sldId="307"/>
            <ac:cxnSpMk id="32" creationId="{2E1A2CAB-9ED1-2DEC-7174-DCCEE1F73B48}"/>
          </ac:cxnSpMkLst>
        </pc:cxnChg>
        <pc:cxnChg chg="add del mod">
          <ac:chgData name="Garg, Jhanvi" userId="27d4af93-c45b-4f3c-9805-f02975bc97c9" providerId="ADAL" clId="{B69A08EE-4480-4BD7-8B61-9B95CCF88C17}" dt="2024-07-10T15:38:12.874" v="8781" actId="11529"/>
          <ac:cxnSpMkLst>
            <pc:docMk/>
            <pc:sldMk cId="1331537718" sldId="307"/>
            <ac:cxnSpMk id="39" creationId="{F5F1B423-8AD9-89B6-D9F3-8577827188BB}"/>
          </ac:cxnSpMkLst>
        </pc:cxnChg>
        <pc:cxnChg chg="add del mod">
          <ac:chgData name="Garg, Jhanvi" userId="27d4af93-c45b-4f3c-9805-f02975bc97c9" providerId="ADAL" clId="{B69A08EE-4480-4BD7-8B61-9B95CCF88C17}" dt="2024-07-10T15:39:24.237" v="8789" actId="11529"/>
          <ac:cxnSpMkLst>
            <pc:docMk/>
            <pc:sldMk cId="1331537718" sldId="307"/>
            <ac:cxnSpMk id="43" creationId="{9C8DD4EB-C52F-1225-0FEE-CA9F55505FC8}"/>
          </ac:cxnSpMkLst>
        </pc:cxnChg>
      </pc:sldChg>
      <pc:sldChg chg="add">
        <pc:chgData name="Garg, Jhanvi" userId="27d4af93-c45b-4f3c-9805-f02975bc97c9" providerId="ADAL" clId="{B69A08EE-4480-4BD7-8B61-9B95CCF88C17}" dt="2024-07-12T13:27:21.398" v="16831"/>
        <pc:sldMkLst>
          <pc:docMk/>
          <pc:sldMk cId="3745517539" sldId="308"/>
        </pc:sldMkLst>
      </pc:sldChg>
      <pc:sldChg chg="add">
        <pc:chgData name="Garg, Jhanvi" userId="27d4af93-c45b-4f3c-9805-f02975bc97c9" providerId="ADAL" clId="{B69A08EE-4480-4BD7-8B61-9B95CCF88C17}" dt="2024-07-12T13:27:28.727" v="16832"/>
        <pc:sldMkLst>
          <pc:docMk/>
          <pc:sldMk cId="1022163524" sldId="309"/>
        </pc:sldMkLst>
      </pc:sldChg>
      <pc:sldChg chg="del">
        <pc:chgData name="Garg, Jhanvi" userId="27d4af93-c45b-4f3c-9805-f02975bc97c9" providerId="ADAL" clId="{B69A08EE-4480-4BD7-8B61-9B95CCF88C17}" dt="2024-07-05T05:00:39.362" v="7675" actId="47"/>
        <pc:sldMkLst>
          <pc:docMk/>
          <pc:sldMk cId="2274844747" sldId="310"/>
        </pc:sldMkLst>
      </pc:sldChg>
      <pc:sldChg chg="add">
        <pc:chgData name="Garg, Jhanvi" userId="27d4af93-c45b-4f3c-9805-f02975bc97c9" providerId="ADAL" clId="{B69A08EE-4480-4BD7-8B61-9B95CCF88C17}" dt="2024-07-12T13:26:57.446" v="16830"/>
        <pc:sldMkLst>
          <pc:docMk/>
          <pc:sldMk cId="831501122" sldId="311"/>
        </pc:sldMkLst>
      </pc:sldChg>
      <pc:sldChg chg="addSp delSp modSp del mod">
        <pc:chgData name="Garg, Jhanvi" userId="27d4af93-c45b-4f3c-9805-f02975bc97c9" providerId="ADAL" clId="{B69A08EE-4480-4BD7-8B61-9B95CCF88C17}" dt="2024-07-10T17:12:59.830" v="11257" actId="47"/>
        <pc:sldMkLst>
          <pc:docMk/>
          <pc:sldMk cId="2573137887" sldId="311"/>
        </pc:sldMkLst>
        <pc:spChg chg="del">
          <ac:chgData name="Garg, Jhanvi" userId="27d4af93-c45b-4f3c-9805-f02975bc97c9" providerId="ADAL" clId="{B69A08EE-4480-4BD7-8B61-9B95CCF88C17}" dt="2024-07-09T20:14:53.947" v="8351" actId="478"/>
          <ac:spMkLst>
            <pc:docMk/>
            <pc:sldMk cId="2573137887" sldId="311"/>
            <ac:spMk id="3" creationId="{F2ED3911-B014-442E-7948-4AEA730C5176}"/>
          </ac:spMkLst>
        </pc:spChg>
        <pc:spChg chg="mod">
          <ac:chgData name="Garg, Jhanvi" userId="27d4af93-c45b-4f3c-9805-f02975bc97c9" providerId="ADAL" clId="{B69A08EE-4480-4BD7-8B61-9B95CCF88C17}" dt="2024-07-10T16:58:21.233" v="10720" actId="20577"/>
          <ac:spMkLst>
            <pc:docMk/>
            <pc:sldMk cId="2573137887" sldId="311"/>
            <ac:spMk id="4" creationId="{7EADA0B9-0C5A-A5C6-3A63-E8E4011BE745}"/>
          </ac:spMkLst>
        </pc:spChg>
        <pc:spChg chg="del mod">
          <ac:chgData name="Garg, Jhanvi" userId="27d4af93-c45b-4f3c-9805-f02975bc97c9" providerId="ADAL" clId="{B69A08EE-4480-4BD7-8B61-9B95CCF88C17}" dt="2024-07-04T22:48:08.387" v="4651" actId="478"/>
          <ac:spMkLst>
            <pc:docMk/>
            <pc:sldMk cId="2573137887" sldId="311"/>
            <ac:spMk id="5" creationId="{C548DE27-32D0-1D2F-64D8-893260FE1D49}"/>
          </ac:spMkLst>
        </pc:spChg>
        <pc:spChg chg="add del mod">
          <ac:chgData name="Garg, Jhanvi" userId="27d4af93-c45b-4f3c-9805-f02975bc97c9" providerId="ADAL" clId="{B69A08EE-4480-4BD7-8B61-9B95CCF88C17}" dt="2024-07-04T22:48:11.815" v="4652" actId="478"/>
          <ac:spMkLst>
            <pc:docMk/>
            <pc:sldMk cId="2573137887" sldId="311"/>
            <ac:spMk id="7" creationId="{BCE68900-0E1B-7237-C4CC-C330D4BD4443}"/>
          </ac:spMkLst>
        </pc:spChg>
        <pc:spChg chg="add del">
          <ac:chgData name="Garg, Jhanvi" userId="27d4af93-c45b-4f3c-9805-f02975bc97c9" providerId="ADAL" clId="{B69A08EE-4480-4BD7-8B61-9B95CCF88C17}" dt="2024-07-04T22:58:16.516" v="4750"/>
          <ac:spMkLst>
            <pc:docMk/>
            <pc:sldMk cId="2573137887" sldId="311"/>
            <ac:spMk id="8" creationId="{BA4177DE-9D44-D715-2763-082328FBF92C}"/>
          </ac:spMkLst>
        </pc:spChg>
        <pc:spChg chg="add del">
          <ac:chgData name="Garg, Jhanvi" userId="27d4af93-c45b-4f3c-9805-f02975bc97c9" providerId="ADAL" clId="{B69A08EE-4480-4BD7-8B61-9B95CCF88C17}" dt="2024-07-04T22:58:51.514" v="4756"/>
          <ac:spMkLst>
            <pc:docMk/>
            <pc:sldMk cId="2573137887" sldId="311"/>
            <ac:spMk id="9" creationId="{5FAFFFF0-E7B9-B90A-189E-FF9BB168DDCB}"/>
          </ac:spMkLst>
        </pc:spChg>
        <pc:spChg chg="add del mod">
          <ac:chgData name="Garg, Jhanvi" userId="27d4af93-c45b-4f3c-9805-f02975bc97c9" providerId="ADAL" clId="{B69A08EE-4480-4BD7-8B61-9B95CCF88C17}" dt="2024-07-04T23:02:37.478" v="4853"/>
          <ac:spMkLst>
            <pc:docMk/>
            <pc:sldMk cId="2573137887" sldId="311"/>
            <ac:spMk id="10" creationId="{830C1C8E-7D12-9C2D-3A7F-9B9046B51D3D}"/>
          </ac:spMkLst>
        </pc:spChg>
        <pc:spChg chg="add mod">
          <ac:chgData name="Garg, Jhanvi" userId="27d4af93-c45b-4f3c-9805-f02975bc97c9" providerId="ADAL" clId="{B69A08EE-4480-4BD7-8B61-9B95CCF88C17}" dt="2024-07-04T23:31:09.503" v="5283" actId="1076"/>
          <ac:spMkLst>
            <pc:docMk/>
            <pc:sldMk cId="2573137887" sldId="311"/>
            <ac:spMk id="12" creationId="{A4C89C84-3FE5-5A75-3231-63A467D0C9D1}"/>
          </ac:spMkLst>
        </pc:spChg>
      </pc:sldChg>
      <pc:sldChg chg="delSp modSp add del mod">
        <pc:chgData name="Garg, Jhanvi" userId="27d4af93-c45b-4f3c-9805-f02975bc97c9" providerId="ADAL" clId="{B69A08EE-4480-4BD7-8B61-9B95CCF88C17}" dt="2024-07-04T23:19:16.856" v="5220" actId="47"/>
        <pc:sldMkLst>
          <pc:docMk/>
          <pc:sldMk cId="1794910498" sldId="312"/>
        </pc:sldMkLst>
        <pc:spChg chg="del mod">
          <ac:chgData name="Garg, Jhanvi" userId="27d4af93-c45b-4f3c-9805-f02975bc97c9" providerId="ADAL" clId="{B69A08EE-4480-4BD7-8B61-9B95CCF88C17}" dt="2024-07-03T17:21:24.486" v="837" actId="478"/>
          <ac:spMkLst>
            <pc:docMk/>
            <pc:sldMk cId="1794910498" sldId="312"/>
            <ac:spMk id="3" creationId="{F2ED3911-B014-442E-7948-4AEA730C5176}"/>
          </ac:spMkLst>
        </pc:spChg>
        <pc:spChg chg="mod">
          <ac:chgData name="Garg, Jhanvi" userId="27d4af93-c45b-4f3c-9805-f02975bc97c9" providerId="ADAL" clId="{B69A08EE-4480-4BD7-8B61-9B95CCF88C17}" dt="2024-07-03T18:22:51.374" v="1677" actId="20577"/>
          <ac:spMkLst>
            <pc:docMk/>
            <pc:sldMk cId="1794910498" sldId="312"/>
            <ac:spMk id="4" creationId="{7EADA0B9-0C5A-A5C6-3A63-E8E4011BE745}"/>
          </ac:spMkLst>
        </pc:spChg>
        <pc:spChg chg="mod">
          <ac:chgData name="Garg, Jhanvi" userId="27d4af93-c45b-4f3c-9805-f02975bc97c9" providerId="ADAL" clId="{B69A08EE-4480-4BD7-8B61-9B95CCF88C17}" dt="2024-07-04T23:13:31.698" v="5085"/>
          <ac:spMkLst>
            <pc:docMk/>
            <pc:sldMk cId="1794910498" sldId="312"/>
            <ac:spMk id="5" creationId="{C548DE27-32D0-1D2F-64D8-893260FE1D49}"/>
          </ac:spMkLst>
        </pc:spChg>
      </pc:sldChg>
      <pc:sldChg chg="addSp delSp modSp add del mod">
        <pc:chgData name="Garg, Jhanvi" userId="27d4af93-c45b-4f3c-9805-f02975bc97c9" providerId="ADAL" clId="{B69A08EE-4480-4BD7-8B61-9B95CCF88C17}" dt="2024-07-04T23:30:11.351" v="5272" actId="47"/>
        <pc:sldMkLst>
          <pc:docMk/>
          <pc:sldMk cId="2469407218" sldId="313"/>
        </pc:sldMkLst>
        <pc:spChg chg="add del">
          <ac:chgData name="Garg, Jhanvi" userId="27d4af93-c45b-4f3c-9805-f02975bc97c9" providerId="ADAL" clId="{B69A08EE-4480-4BD7-8B61-9B95CCF88C17}" dt="2024-07-03T17:33:39.893" v="955"/>
          <ac:spMkLst>
            <pc:docMk/>
            <pc:sldMk cId="2469407218" sldId="313"/>
            <ac:spMk id="3" creationId="{B4275682-53E4-E0B9-EEB6-4B856CADF94D}"/>
          </ac:spMkLst>
        </pc:spChg>
        <pc:spChg chg="mod">
          <ac:chgData name="Garg, Jhanvi" userId="27d4af93-c45b-4f3c-9805-f02975bc97c9" providerId="ADAL" clId="{B69A08EE-4480-4BD7-8B61-9B95CCF88C17}" dt="2024-07-03T18:16:42.968" v="1654" actId="20577"/>
          <ac:spMkLst>
            <pc:docMk/>
            <pc:sldMk cId="2469407218" sldId="313"/>
            <ac:spMk id="4" creationId="{7EADA0B9-0C5A-A5C6-3A63-E8E4011BE745}"/>
          </ac:spMkLst>
        </pc:spChg>
        <pc:spChg chg="mod">
          <ac:chgData name="Garg, Jhanvi" userId="27d4af93-c45b-4f3c-9805-f02975bc97c9" providerId="ADAL" clId="{B69A08EE-4480-4BD7-8B61-9B95CCF88C17}" dt="2024-07-03T17:26:28.992" v="922" actId="20577"/>
          <ac:spMkLst>
            <pc:docMk/>
            <pc:sldMk cId="2469407218" sldId="313"/>
            <ac:spMk id="5" creationId="{C548DE27-32D0-1D2F-64D8-893260FE1D49}"/>
          </ac:spMkLst>
        </pc:spChg>
      </pc:sldChg>
      <pc:sldChg chg="addSp delSp modSp new del mod">
        <pc:chgData name="Garg, Jhanvi" userId="27d4af93-c45b-4f3c-9805-f02975bc97c9" providerId="ADAL" clId="{B69A08EE-4480-4BD7-8B61-9B95CCF88C17}" dt="2024-07-05T00:59:16.892" v="6695" actId="47"/>
        <pc:sldMkLst>
          <pc:docMk/>
          <pc:sldMk cId="173583978" sldId="314"/>
        </pc:sldMkLst>
        <pc:spChg chg="del">
          <ac:chgData name="Garg, Jhanvi" userId="27d4af93-c45b-4f3c-9805-f02975bc97c9" providerId="ADAL" clId="{B69A08EE-4480-4BD7-8B61-9B95CCF88C17}" dt="2024-07-03T22:38:31.139" v="2349" actId="478"/>
          <ac:spMkLst>
            <pc:docMk/>
            <pc:sldMk cId="173583978" sldId="314"/>
            <ac:spMk id="4" creationId="{D3CA6A44-E917-3454-9164-64D68571F09E}"/>
          </ac:spMkLst>
        </pc:spChg>
        <pc:spChg chg="del mod">
          <ac:chgData name="Garg, Jhanvi" userId="27d4af93-c45b-4f3c-9805-f02975bc97c9" providerId="ADAL" clId="{B69A08EE-4480-4BD7-8B61-9B95CCF88C17}" dt="2024-07-03T22:38:33.123" v="2351" actId="478"/>
          <ac:spMkLst>
            <pc:docMk/>
            <pc:sldMk cId="173583978" sldId="314"/>
            <ac:spMk id="5" creationId="{B6B013EA-2C5A-AC00-95E2-ADCA5E85C6DD}"/>
          </ac:spMkLst>
        </pc:spChg>
        <pc:spChg chg="add mod">
          <ac:chgData name="Garg, Jhanvi" userId="27d4af93-c45b-4f3c-9805-f02975bc97c9" providerId="ADAL" clId="{B69A08EE-4480-4BD7-8B61-9B95CCF88C17}" dt="2024-07-03T22:39:09.334" v="2377" actId="255"/>
          <ac:spMkLst>
            <pc:docMk/>
            <pc:sldMk cId="173583978" sldId="314"/>
            <ac:spMk id="6" creationId="{68DD7851-87F7-9C46-91D0-FB1C785C2C6C}"/>
          </ac:spMkLst>
        </pc:spChg>
      </pc:sldChg>
      <pc:sldChg chg="modSp add del mod">
        <pc:chgData name="Garg, Jhanvi" userId="27d4af93-c45b-4f3c-9805-f02975bc97c9" providerId="ADAL" clId="{B69A08EE-4480-4BD7-8B61-9B95CCF88C17}" dt="2024-07-03T18:15:49.753" v="1651" actId="47"/>
        <pc:sldMkLst>
          <pc:docMk/>
          <pc:sldMk cId="1815303491" sldId="314"/>
        </pc:sldMkLst>
        <pc:spChg chg="mod">
          <ac:chgData name="Garg, Jhanvi" userId="27d4af93-c45b-4f3c-9805-f02975bc97c9" providerId="ADAL" clId="{B69A08EE-4480-4BD7-8B61-9B95CCF88C17}" dt="2024-07-03T18:10:51.557" v="1624" actId="5793"/>
          <ac:spMkLst>
            <pc:docMk/>
            <pc:sldMk cId="1815303491" sldId="314"/>
            <ac:spMk id="4" creationId="{7EADA0B9-0C5A-A5C6-3A63-E8E4011BE745}"/>
          </ac:spMkLst>
        </pc:spChg>
        <pc:spChg chg="mod">
          <ac:chgData name="Garg, Jhanvi" userId="27d4af93-c45b-4f3c-9805-f02975bc97c9" providerId="ADAL" clId="{B69A08EE-4480-4BD7-8B61-9B95CCF88C17}" dt="2024-07-03T18:09:33.604" v="1562" actId="20577"/>
          <ac:spMkLst>
            <pc:docMk/>
            <pc:sldMk cId="1815303491" sldId="314"/>
            <ac:spMk id="5" creationId="{C548DE27-32D0-1D2F-64D8-893260FE1D49}"/>
          </ac:spMkLst>
        </pc:spChg>
      </pc:sldChg>
      <pc:sldChg chg="addSp delSp modSp new mod">
        <pc:chgData name="Garg, Jhanvi" userId="27d4af93-c45b-4f3c-9805-f02975bc97c9" providerId="ADAL" clId="{B69A08EE-4480-4BD7-8B61-9B95CCF88C17}" dt="2024-07-10T18:25:17.266" v="13021" actId="20577"/>
        <pc:sldMkLst>
          <pc:docMk/>
          <pc:sldMk cId="588729955" sldId="315"/>
        </pc:sldMkLst>
        <pc:spChg chg="mod">
          <ac:chgData name="Garg, Jhanvi" userId="27d4af93-c45b-4f3c-9805-f02975bc97c9" providerId="ADAL" clId="{B69A08EE-4480-4BD7-8B61-9B95CCF88C17}" dt="2024-07-10T18:17:10.216" v="12833" actId="1076"/>
          <ac:spMkLst>
            <pc:docMk/>
            <pc:sldMk cId="588729955" sldId="315"/>
            <ac:spMk id="3" creationId="{8B2BB817-9F5E-0BDF-4E99-05056C20CD4A}"/>
          </ac:spMkLst>
        </pc:spChg>
        <pc:spChg chg="del mod">
          <ac:chgData name="Garg, Jhanvi" userId="27d4af93-c45b-4f3c-9805-f02975bc97c9" providerId="ADAL" clId="{B69A08EE-4480-4BD7-8B61-9B95CCF88C17}" dt="2024-07-10T18:03:24.174" v="12461" actId="478"/>
          <ac:spMkLst>
            <pc:docMk/>
            <pc:sldMk cId="588729955" sldId="315"/>
            <ac:spMk id="4" creationId="{7A9690C7-B355-1965-24F8-1D994EC22833}"/>
          </ac:spMkLst>
        </pc:spChg>
        <pc:spChg chg="mod">
          <ac:chgData name="Garg, Jhanvi" userId="27d4af93-c45b-4f3c-9805-f02975bc97c9" providerId="ADAL" clId="{B69A08EE-4480-4BD7-8B61-9B95CCF88C17}" dt="2024-07-05T00:06:40.122" v="5857" actId="20577"/>
          <ac:spMkLst>
            <pc:docMk/>
            <pc:sldMk cId="588729955" sldId="315"/>
            <ac:spMk id="5" creationId="{B9CA7F1F-EF2A-145D-8759-B9AEA5377D64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6" creationId="{8E7DEEF2-A0D7-2C12-6EC9-14E7B27BF080}"/>
          </ac:spMkLst>
        </pc:spChg>
        <pc:spChg chg="add del mod">
          <ac:chgData name="Garg, Jhanvi" userId="27d4af93-c45b-4f3c-9805-f02975bc97c9" providerId="ADAL" clId="{B69A08EE-4480-4BD7-8B61-9B95CCF88C17}" dt="2024-07-10T18:00:14.048" v="12329" actId="478"/>
          <ac:spMkLst>
            <pc:docMk/>
            <pc:sldMk cId="588729955" sldId="315"/>
            <ac:spMk id="7" creationId="{6472FD53-31F9-FA00-FA32-46D54F6D6C89}"/>
          </ac:spMkLst>
        </pc:spChg>
        <pc:spChg chg="add del mod">
          <ac:chgData name="Garg, Jhanvi" userId="27d4af93-c45b-4f3c-9805-f02975bc97c9" providerId="ADAL" clId="{B69A08EE-4480-4BD7-8B61-9B95CCF88C17}" dt="2024-07-10T18:02:23.511" v="12446" actId="478"/>
          <ac:spMkLst>
            <pc:docMk/>
            <pc:sldMk cId="588729955" sldId="315"/>
            <ac:spMk id="8" creationId="{23072B35-A328-6E7C-9923-2E8A8730A00C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8" creationId="{C1E9A365-0D6F-4062-9003-9F87149F4755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9" creationId="{0DAB9462-2EF5-07C9-99F1-CB753298F085}"/>
          </ac:spMkLst>
        </pc:spChg>
        <pc:spChg chg="add del mod">
          <ac:chgData name="Garg, Jhanvi" userId="27d4af93-c45b-4f3c-9805-f02975bc97c9" providerId="ADAL" clId="{B69A08EE-4480-4BD7-8B61-9B95CCF88C17}" dt="2024-07-10T18:03:32.501" v="12464" actId="478"/>
          <ac:spMkLst>
            <pc:docMk/>
            <pc:sldMk cId="588729955" sldId="315"/>
            <ac:spMk id="10" creationId="{4DE78361-9604-C31A-DDB5-58BC30A7E11A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11" creationId="{53CEE0BE-3851-F0B1-5ED4-F733086B5A31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12" creationId="{44C64BC6-7755-BA8F-C9ED-9E8153A48A3D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15" creationId="{0A8FDAFD-EC62-D946-30DE-F14E76487669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16" creationId="{1ED35220-B2C4-2B72-B42C-FFB264B27E09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21" creationId="{A8544665-2D12-55C4-A0CA-04442033A603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22" creationId="{F6E84077-4580-A4B3-6510-E20B22A0BCF7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23" creationId="{3871589B-00EF-8319-BDFB-C5A30A15173A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24" creationId="{51B43E7A-E8AD-9370-C387-7BAEDD52CF1C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25" creationId="{20C28F34-43CA-E125-3756-4F68D2C35FE0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26" creationId="{A02E1FBE-150D-D07E-A457-04EC5B7D41E3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27" creationId="{4A1FB464-06A6-AF42-20D8-CD8AB095AD4C}"/>
          </ac:spMkLst>
        </pc:spChg>
        <pc:spChg chg="add del">
          <ac:chgData name="Garg, Jhanvi" userId="27d4af93-c45b-4f3c-9805-f02975bc97c9" providerId="ADAL" clId="{B69A08EE-4480-4BD7-8B61-9B95CCF88C17}" dt="2024-07-03T22:41:45.081" v="2393"/>
          <ac:spMkLst>
            <pc:docMk/>
            <pc:sldMk cId="588729955" sldId="315"/>
            <ac:spMk id="28" creationId="{00B945F8-4AC0-F68C-CF3F-8AA374C10700}"/>
          </ac:spMkLst>
        </pc:spChg>
        <pc:graphicFrameChg chg="add del mod modGraphic">
          <ac:chgData name="Garg, Jhanvi" userId="27d4af93-c45b-4f3c-9805-f02975bc97c9" providerId="ADAL" clId="{B69A08EE-4480-4BD7-8B61-9B95CCF88C17}" dt="2024-07-10T18:04:01.228" v="12470" actId="14100"/>
          <ac:graphicFrameMkLst>
            <pc:docMk/>
            <pc:sldMk cId="588729955" sldId="315"/>
            <ac:graphicFrameMk id="6" creationId="{8FAB6DD4-6AA8-70D6-96FD-9C1F80809F23}"/>
          </ac:graphicFrameMkLst>
        </pc:graphicFrameChg>
        <pc:graphicFrameChg chg="add del mod modGraphic">
          <ac:chgData name="Garg, Jhanvi" userId="27d4af93-c45b-4f3c-9805-f02975bc97c9" providerId="ADAL" clId="{B69A08EE-4480-4BD7-8B61-9B95CCF88C17}" dt="2024-07-10T18:25:17.266" v="13021" actId="20577"/>
          <ac:graphicFrameMkLst>
            <pc:docMk/>
            <pc:sldMk cId="588729955" sldId="315"/>
            <ac:graphicFrameMk id="9" creationId="{6A167788-C4E5-B3EB-49C1-240422C59AFE}"/>
          </ac:graphicFrameMkLst>
        </pc:graphicFrameChg>
        <pc:graphicFrameChg chg="add mod modGraphic">
          <ac:chgData name="Garg, Jhanvi" userId="27d4af93-c45b-4f3c-9805-f02975bc97c9" providerId="ADAL" clId="{B69A08EE-4480-4BD7-8B61-9B95CCF88C17}" dt="2024-07-10T18:12:35.461" v="12688" actId="207"/>
          <ac:graphicFrameMkLst>
            <pc:docMk/>
            <pc:sldMk cId="588729955" sldId="315"/>
            <ac:graphicFrameMk id="11" creationId="{5516D358-7FD2-C933-2E66-D2FADFE4D010}"/>
          </ac:graphicFrameMkLst>
        </pc:graphicFrameChg>
        <pc:graphicFrameChg chg="add del mod modGraphic">
          <ac:chgData name="Garg, Jhanvi" userId="27d4af93-c45b-4f3c-9805-f02975bc97c9" providerId="ADAL" clId="{B69A08EE-4480-4BD7-8B61-9B95CCF88C17}" dt="2024-07-10T18:13:19.730" v="12693" actId="478"/>
          <ac:graphicFrameMkLst>
            <pc:docMk/>
            <pc:sldMk cId="588729955" sldId="315"/>
            <ac:graphicFrameMk id="14" creationId="{FF3574B2-BB1B-5BBF-F431-B79977FE2217}"/>
          </ac:graphicFrameMkLst>
        </pc:graphicFrameChg>
        <pc:graphicFrameChg chg="add mod modGraphic">
          <ac:chgData name="Garg, Jhanvi" userId="27d4af93-c45b-4f3c-9805-f02975bc97c9" providerId="ADAL" clId="{B69A08EE-4480-4BD7-8B61-9B95CCF88C17}" dt="2024-07-10T18:17:06.970" v="12832" actId="1076"/>
          <ac:graphicFrameMkLst>
            <pc:docMk/>
            <pc:sldMk cId="588729955" sldId="315"/>
            <ac:graphicFrameMk id="15" creationId="{0F6A4409-014B-EE23-0737-11E5A72CE459}"/>
          </ac:graphicFrameMkLst>
        </pc:graphicFrameChg>
        <pc:picChg chg="add mod">
          <ac:chgData name="Garg, Jhanvi" userId="27d4af93-c45b-4f3c-9805-f02975bc97c9" providerId="ADAL" clId="{B69A08EE-4480-4BD7-8B61-9B95CCF88C17}" dt="2024-07-10T18:12:05.965" v="12685" actId="1076"/>
          <ac:picMkLst>
            <pc:docMk/>
            <pc:sldMk cId="588729955" sldId="315"/>
            <ac:picMk id="13" creationId="{92556257-07A9-2E8E-BC28-BEAC8ECCD74B}"/>
          </ac:picMkLst>
        </pc:picChg>
        <pc:cxnChg chg="add del">
          <ac:chgData name="Garg, Jhanvi" userId="27d4af93-c45b-4f3c-9805-f02975bc97c9" providerId="ADAL" clId="{B69A08EE-4480-4BD7-8B61-9B95CCF88C17}" dt="2024-07-03T22:41:45.081" v="2393"/>
          <ac:cxnSpMkLst>
            <pc:docMk/>
            <pc:sldMk cId="588729955" sldId="315"/>
            <ac:cxnSpMk id="7" creationId="{A16B68E0-D681-008C-FB2E-D9A129B862E2}"/>
          </ac:cxnSpMkLst>
        </pc:cxnChg>
        <pc:cxnChg chg="add del">
          <ac:chgData name="Garg, Jhanvi" userId="27d4af93-c45b-4f3c-9805-f02975bc97c9" providerId="ADAL" clId="{B69A08EE-4480-4BD7-8B61-9B95CCF88C17}" dt="2024-07-03T22:41:45.081" v="2393"/>
          <ac:cxnSpMkLst>
            <pc:docMk/>
            <pc:sldMk cId="588729955" sldId="315"/>
            <ac:cxnSpMk id="10" creationId="{E243A4B0-05C1-5883-0332-4A85DE5C1979}"/>
          </ac:cxnSpMkLst>
        </pc:cxnChg>
        <pc:cxnChg chg="add del">
          <ac:chgData name="Garg, Jhanvi" userId="27d4af93-c45b-4f3c-9805-f02975bc97c9" providerId="ADAL" clId="{B69A08EE-4480-4BD7-8B61-9B95CCF88C17}" dt="2024-07-03T22:41:45.081" v="2393"/>
          <ac:cxnSpMkLst>
            <pc:docMk/>
            <pc:sldMk cId="588729955" sldId="315"/>
            <ac:cxnSpMk id="13" creationId="{9687A8E1-EE08-E427-A6BE-257EBAA04C5E}"/>
          </ac:cxnSpMkLst>
        </pc:cxnChg>
        <pc:cxnChg chg="add del">
          <ac:chgData name="Garg, Jhanvi" userId="27d4af93-c45b-4f3c-9805-f02975bc97c9" providerId="ADAL" clId="{B69A08EE-4480-4BD7-8B61-9B95CCF88C17}" dt="2024-07-03T22:41:45.081" v="2393"/>
          <ac:cxnSpMkLst>
            <pc:docMk/>
            <pc:sldMk cId="588729955" sldId="315"/>
            <ac:cxnSpMk id="14" creationId="{E73418A6-FAC8-6E27-438F-1E81685531A5}"/>
          </ac:cxnSpMkLst>
        </pc:cxnChg>
        <pc:cxnChg chg="add del">
          <ac:chgData name="Garg, Jhanvi" userId="27d4af93-c45b-4f3c-9805-f02975bc97c9" providerId="ADAL" clId="{B69A08EE-4480-4BD7-8B61-9B95CCF88C17}" dt="2024-07-03T22:41:45.081" v="2393"/>
          <ac:cxnSpMkLst>
            <pc:docMk/>
            <pc:sldMk cId="588729955" sldId="315"/>
            <ac:cxnSpMk id="17" creationId="{42E7FF3E-9801-5316-0858-FC7AD2F32606}"/>
          </ac:cxnSpMkLst>
        </pc:cxnChg>
        <pc:cxnChg chg="add del">
          <ac:chgData name="Garg, Jhanvi" userId="27d4af93-c45b-4f3c-9805-f02975bc97c9" providerId="ADAL" clId="{B69A08EE-4480-4BD7-8B61-9B95CCF88C17}" dt="2024-07-03T22:41:45.081" v="2393"/>
          <ac:cxnSpMkLst>
            <pc:docMk/>
            <pc:sldMk cId="588729955" sldId="315"/>
            <ac:cxnSpMk id="18" creationId="{7DD5531A-6E42-0FEF-CF02-DCA79B499C2B}"/>
          </ac:cxnSpMkLst>
        </pc:cxnChg>
        <pc:cxnChg chg="add del">
          <ac:chgData name="Garg, Jhanvi" userId="27d4af93-c45b-4f3c-9805-f02975bc97c9" providerId="ADAL" clId="{B69A08EE-4480-4BD7-8B61-9B95CCF88C17}" dt="2024-07-03T22:41:45.081" v="2393"/>
          <ac:cxnSpMkLst>
            <pc:docMk/>
            <pc:sldMk cId="588729955" sldId="315"/>
            <ac:cxnSpMk id="19" creationId="{45AE7FF4-0EB6-9C4C-8E16-2DC154D874DB}"/>
          </ac:cxnSpMkLst>
        </pc:cxnChg>
        <pc:cxnChg chg="add del">
          <ac:chgData name="Garg, Jhanvi" userId="27d4af93-c45b-4f3c-9805-f02975bc97c9" providerId="ADAL" clId="{B69A08EE-4480-4BD7-8B61-9B95CCF88C17}" dt="2024-07-03T22:41:45.081" v="2393"/>
          <ac:cxnSpMkLst>
            <pc:docMk/>
            <pc:sldMk cId="588729955" sldId="315"/>
            <ac:cxnSpMk id="20" creationId="{B6AEBD31-AB4C-8CA5-C40A-42E744BF67C8}"/>
          </ac:cxnSpMkLst>
        </pc:cxnChg>
      </pc:sldChg>
      <pc:sldChg chg="add del">
        <pc:chgData name="Garg, Jhanvi" userId="27d4af93-c45b-4f3c-9805-f02975bc97c9" providerId="ADAL" clId="{B69A08EE-4480-4BD7-8B61-9B95CCF88C17}" dt="2024-07-03T22:56:56.663" v="2839" actId="47"/>
        <pc:sldMkLst>
          <pc:docMk/>
          <pc:sldMk cId="2395220754" sldId="316"/>
        </pc:sldMkLst>
      </pc:sldChg>
      <pc:sldChg chg="addSp delSp modSp new del mod">
        <pc:chgData name="Garg, Jhanvi" userId="27d4af93-c45b-4f3c-9805-f02975bc97c9" providerId="ADAL" clId="{B69A08EE-4480-4BD7-8B61-9B95CCF88C17}" dt="2024-07-05T00:23:18.585" v="6024" actId="47"/>
        <pc:sldMkLst>
          <pc:docMk/>
          <pc:sldMk cId="138023392" sldId="317"/>
        </pc:sldMkLst>
        <pc:spChg chg="del">
          <ac:chgData name="Garg, Jhanvi" userId="27d4af93-c45b-4f3c-9805-f02975bc97c9" providerId="ADAL" clId="{B69A08EE-4480-4BD7-8B61-9B95CCF88C17}" dt="2024-07-03T22:48:43.204" v="2453" actId="478"/>
          <ac:spMkLst>
            <pc:docMk/>
            <pc:sldMk cId="138023392" sldId="317"/>
            <ac:spMk id="4" creationId="{473F0526-9045-E7F9-BAD7-12ADC3DED15E}"/>
          </ac:spMkLst>
        </pc:spChg>
        <pc:spChg chg="mod">
          <ac:chgData name="Garg, Jhanvi" userId="27d4af93-c45b-4f3c-9805-f02975bc97c9" providerId="ADAL" clId="{B69A08EE-4480-4BD7-8B61-9B95CCF88C17}" dt="2024-07-05T00:23:11.051" v="6022" actId="20577"/>
          <ac:spMkLst>
            <pc:docMk/>
            <pc:sldMk cId="138023392" sldId="317"/>
            <ac:spMk id="5" creationId="{F93FEFEF-7C3C-21B0-B5CC-F2FDAEF25424}"/>
          </ac:spMkLst>
        </pc:spChg>
        <pc:picChg chg="add del mod">
          <ac:chgData name="Garg, Jhanvi" userId="27d4af93-c45b-4f3c-9805-f02975bc97c9" providerId="ADAL" clId="{B69A08EE-4480-4BD7-8B61-9B95CCF88C17}" dt="2024-07-05T00:22:58.057" v="6014" actId="478"/>
          <ac:picMkLst>
            <pc:docMk/>
            <pc:sldMk cId="138023392" sldId="317"/>
            <ac:picMk id="7" creationId="{30D93179-F98B-F131-9CD4-D9579E02C68B}"/>
          </ac:picMkLst>
        </pc:picChg>
      </pc:sldChg>
      <pc:sldChg chg="addSp delSp modSp new mod">
        <pc:chgData name="Garg, Jhanvi" userId="27d4af93-c45b-4f3c-9805-f02975bc97c9" providerId="ADAL" clId="{B69A08EE-4480-4BD7-8B61-9B95CCF88C17}" dt="2024-07-10T19:01:06.307" v="14624" actId="207"/>
        <pc:sldMkLst>
          <pc:docMk/>
          <pc:sldMk cId="1928472405" sldId="318"/>
        </pc:sldMkLst>
        <pc:spChg chg="del">
          <ac:chgData name="Garg, Jhanvi" userId="27d4af93-c45b-4f3c-9805-f02975bc97c9" providerId="ADAL" clId="{B69A08EE-4480-4BD7-8B61-9B95CCF88C17}" dt="2024-07-10T18:52:14.249" v="14087" actId="478"/>
          <ac:spMkLst>
            <pc:docMk/>
            <pc:sldMk cId="1928472405" sldId="318"/>
            <ac:spMk id="3" creationId="{78B48993-0A9E-4495-0AA8-32A0FDDE2D59}"/>
          </ac:spMkLst>
        </pc:spChg>
        <pc:spChg chg="mod">
          <ac:chgData name="Garg, Jhanvi" userId="27d4af93-c45b-4f3c-9805-f02975bc97c9" providerId="ADAL" clId="{B69A08EE-4480-4BD7-8B61-9B95CCF88C17}" dt="2024-07-10T18:54:14.261" v="14507"/>
          <ac:spMkLst>
            <pc:docMk/>
            <pc:sldMk cId="1928472405" sldId="318"/>
            <ac:spMk id="4" creationId="{6975CF25-4BD7-68B8-7983-5BF7673A5F29}"/>
          </ac:spMkLst>
        </pc:spChg>
        <pc:spChg chg="mod">
          <ac:chgData name="Garg, Jhanvi" userId="27d4af93-c45b-4f3c-9805-f02975bc97c9" providerId="ADAL" clId="{B69A08EE-4480-4BD7-8B61-9B95CCF88C17}" dt="2024-07-05T01:04:51.937" v="6801" actId="1076"/>
          <ac:spMkLst>
            <pc:docMk/>
            <pc:sldMk cId="1928472405" sldId="318"/>
            <ac:spMk id="5" creationId="{2A8EDF04-F75F-D62B-A991-8E518A9B7074}"/>
          </ac:spMkLst>
        </pc:spChg>
        <pc:spChg chg="add del mod">
          <ac:chgData name="Garg, Jhanvi" userId="27d4af93-c45b-4f3c-9805-f02975bc97c9" providerId="ADAL" clId="{B69A08EE-4480-4BD7-8B61-9B95CCF88C17}" dt="2024-07-10T18:52:03.230" v="14082" actId="21"/>
          <ac:spMkLst>
            <pc:docMk/>
            <pc:sldMk cId="1928472405" sldId="318"/>
            <ac:spMk id="6" creationId="{120B3CE7-5411-5FC0-169A-DBE3AD0B0DE0}"/>
          </ac:spMkLst>
        </pc:spChg>
        <pc:spChg chg="add mod">
          <ac:chgData name="Garg, Jhanvi" userId="27d4af93-c45b-4f3c-9805-f02975bc97c9" providerId="ADAL" clId="{B69A08EE-4480-4BD7-8B61-9B95CCF88C17}" dt="2024-07-05T01:05:46.165" v="6826" actId="767"/>
          <ac:spMkLst>
            <pc:docMk/>
            <pc:sldMk cId="1928472405" sldId="318"/>
            <ac:spMk id="7" creationId="{9228706B-A178-0950-757B-AEAC702FCF1A}"/>
          </ac:spMkLst>
        </pc:spChg>
        <pc:spChg chg="add mod">
          <ac:chgData name="Garg, Jhanvi" userId="27d4af93-c45b-4f3c-9805-f02975bc97c9" providerId="ADAL" clId="{B69A08EE-4480-4BD7-8B61-9B95CCF88C17}" dt="2024-07-10T18:58:32.193" v="14614" actId="1076"/>
          <ac:spMkLst>
            <pc:docMk/>
            <pc:sldMk cId="1928472405" sldId="318"/>
            <ac:spMk id="8" creationId="{FAFF1CF9-01C0-510C-4D82-840CF27A9A1E}"/>
          </ac:spMkLst>
        </pc:spChg>
        <pc:spChg chg="add mod">
          <ac:chgData name="Garg, Jhanvi" userId="27d4af93-c45b-4f3c-9805-f02975bc97c9" providerId="ADAL" clId="{B69A08EE-4480-4BD7-8B61-9B95CCF88C17}" dt="2024-07-10T18:58:48.452" v="14620" actId="1076"/>
          <ac:spMkLst>
            <pc:docMk/>
            <pc:sldMk cId="1928472405" sldId="318"/>
            <ac:spMk id="9" creationId="{A09A7626-CBF1-DA64-C32B-E838734EBCF3}"/>
          </ac:spMkLst>
        </pc:spChg>
        <pc:spChg chg="add mod">
          <ac:chgData name="Garg, Jhanvi" userId="27d4af93-c45b-4f3c-9805-f02975bc97c9" providerId="ADAL" clId="{B69A08EE-4480-4BD7-8B61-9B95CCF88C17}" dt="2024-07-10T18:58:41.767" v="14618" actId="1076"/>
          <ac:spMkLst>
            <pc:docMk/>
            <pc:sldMk cId="1928472405" sldId="318"/>
            <ac:spMk id="10" creationId="{699C15C8-96CF-C36C-CC4D-0B2DE343192C}"/>
          </ac:spMkLst>
        </pc:spChg>
        <pc:graphicFrameChg chg="add mod modGraphic">
          <ac:chgData name="Garg, Jhanvi" userId="27d4af93-c45b-4f3c-9805-f02975bc97c9" providerId="ADAL" clId="{B69A08EE-4480-4BD7-8B61-9B95CCF88C17}" dt="2024-07-10T19:01:06.307" v="14624" actId="207"/>
          <ac:graphicFrameMkLst>
            <pc:docMk/>
            <pc:sldMk cId="1928472405" sldId="318"/>
            <ac:graphicFrameMk id="16" creationId="{648D1298-DB21-6C88-7FDE-953A0CBA2514}"/>
          </ac:graphicFrameMkLst>
        </pc:graphicFrameChg>
        <pc:cxnChg chg="add mod">
          <ac:chgData name="Garg, Jhanvi" userId="27d4af93-c45b-4f3c-9805-f02975bc97c9" providerId="ADAL" clId="{B69A08EE-4480-4BD7-8B61-9B95CCF88C17}" dt="2024-07-10T18:58:36.769" v="14616" actId="1076"/>
          <ac:cxnSpMkLst>
            <pc:docMk/>
            <pc:sldMk cId="1928472405" sldId="318"/>
            <ac:cxnSpMk id="12" creationId="{4B2A20D8-50A5-A2AD-6E69-647A9FFC71C7}"/>
          </ac:cxnSpMkLst>
        </pc:cxnChg>
        <pc:cxnChg chg="add mod">
          <ac:chgData name="Garg, Jhanvi" userId="27d4af93-c45b-4f3c-9805-f02975bc97c9" providerId="ADAL" clId="{B69A08EE-4480-4BD7-8B61-9B95CCF88C17}" dt="2024-07-10T18:58:46.150" v="14619" actId="1076"/>
          <ac:cxnSpMkLst>
            <pc:docMk/>
            <pc:sldMk cId="1928472405" sldId="318"/>
            <ac:cxnSpMk id="13" creationId="{54E4A7BA-22F0-5DDA-733A-6FC4B31CEE17}"/>
          </ac:cxnSpMkLst>
        </pc:cxnChg>
      </pc:sldChg>
      <pc:sldChg chg="delSp modSp new del mod">
        <pc:chgData name="Garg, Jhanvi" userId="27d4af93-c45b-4f3c-9805-f02975bc97c9" providerId="ADAL" clId="{B69A08EE-4480-4BD7-8B61-9B95CCF88C17}" dt="2024-07-05T05:06:45.702" v="7812" actId="47"/>
        <pc:sldMkLst>
          <pc:docMk/>
          <pc:sldMk cId="384617199" sldId="319"/>
        </pc:sldMkLst>
        <pc:spChg chg="del mod">
          <ac:chgData name="Garg, Jhanvi" userId="27d4af93-c45b-4f3c-9805-f02975bc97c9" providerId="ADAL" clId="{B69A08EE-4480-4BD7-8B61-9B95CCF88C17}" dt="2024-07-03T23:04:31.225" v="3277" actId="478"/>
          <ac:spMkLst>
            <pc:docMk/>
            <pc:sldMk cId="384617199" sldId="319"/>
            <ac:spMk id="3" creationId="{75D580E3-9230-E0D1-EE32-83FFFB37B1E9}"/>
          </ac:spMkLst>
        </pc:spChg>
        <pc:spChg chg="mod">
          <ac:chgData name="Garg, Jhanvi" userId="27d4af93-c45b-4f3c-9805-f02975bc97c9" providerId="ADAL" clId="{B69A08EE-4480-4BD7-8B61-9B95CCF88C17}" dt="2024-07-03T23:20:14.739" v="3807" actId="20577"/>
          <ac:spMkLst>
            <pc:docMk/>
            <pc:sldMk cId="384617199" sldId="319"/>
            <ac:spMk id="4" creationId="{2564B2E5-E022-9307-D3EC-1AABC6D99004}"/>
          </ac:spMkLst>
        </pc:spChg>
        <pc:spChg chg="mod">
          <ac:chgData name="Garg, Jhanvi" userId="27d4af93-c45b-4f3c-9805-f02975bc97c9" providerId="ADAL" clId="{B69A08EE-4480-4BD7-8B61-9B95CCF88C17}" dt="2024-07-03T23:03:06.395" v="3267" actId="255"/>
          <ac:spMkLst>
            <pc:docMk/>
            <pc:sldMk cId="384617199" sldId="319"/>
            <ac:spMk id="5" creationId="{E5C29139-447D-55DB-9CD3-233FFCE88441}"/>
          </ac:spMkLst>
        </pc:spChg>
      </pc:sldChg>
      <pc:sldChg chg="addSp delSp modSp new del mod">
        <pc:chgData name="Garg, Jhanvi" userId="27d4af93-c45b-4f3c-9805-f02975bc97c9" providerId="ADAL" clId="{B69A08EE-4480-4BD7-8B61-9B95CCF88C17}" dt="2024-07-05T05:15:37.342" v="7920" actId="47"/>
        <pc:sldMkLst>
          <pc:docMk/>
          <pc:sldMk cId="604589865" sldId="320"/>
        </pc:sldMkLst>
        <pc:spChg chg="del mod">
          <ac:chgData name="Garg, Jhanvi" userId="27d4af93-c45b-4f3c-9805-f02975bc97c9" providerId="ADAL" clId="{B69A08EE-4480-4BD7-8B61-9B95CCF88C17}" dt="2024-07-05T05:15:32.739" v="7919" actId="478"/>
          <ac:spMkLst>
            <pc:docMk/>
            <pc:sldMk cId="604589865" sldId="320"/>
            <ac:spMk id="4" creationId="{A95A8487-23A4-A7CC-8683-F010F423C861}"/>
          </ac:spMkLst>
        </pc:spChg>
        <pc:spChg chg="add mod">
          <ac:chgData name="Garg, Jhanvi" userId="27d4af93-c45b-4f3c-9805-f02975bc97c9" providerId="ADAL" clId="{B69A08EE-4480-4BD7-8B61-9B95CCF88C17}" dt="2024-07-05T05:15:32.739" v="7919" actId="478"/>
          <ac:spMkLst>
            <pc:docMk/>
            <pc:sldMk cId="604589865" sldId="320"/>
            <ac:spMk id="6" creationId="{25EC0AE2-EA52-BC60-B330-28825B950B8C}"/>
          </ac:spMkLst>
        </pc:spChg>
      </pc:sldChg>
      <pc:sldChg chg="addSp delSp modSp new mod">
        <pc:chgData name="Garg, Jhanvi" userId="27d4af93-c45b-4f3c-9805-f02975bc97c9" providerId="ADAL" clId="{B69A08EE-4480-4BD7-8B61-9B95CCF88C17}" dt="2024-07-10T17:35:34.642" v="11690" actId="1076"/>
        <pc:sldMkLst>
          <pc:docMk/>
          <pc:sldMk cId="694158906" sldId="321"/>
        </pc:sldMkLst>
        <pc:spChg chg="mod">
          <ac:chgData name="Garg, Jhanvi" userId="27d4af93-c45b-4f3c-9805-f02975bc97c9" providerId="ADAL" clId="{B69A08EE-4480-4BD7-8B61-9B95CCF88C17}" dt="2024-07-10T16:31:05.692" v="10172" actId="1076"/>
          <ac:spMkLst>
            <pc:docMk/>
            <pc:sldMk cId="694158906" sldId="321"/>
            <ac:spMk id="2" creationId="{BFD9736F-3E20-EDE4-6705-40950CDAF4E7}"/>
          </ac:spMkLst>
        </pc:spChg>
        <pc:spChg chg="del">
          <ac:chgData name="Garg, Jhanvi" userId="27d4af93-c45b-4f3c-9805-f02975bc97c9" providerId="ADAL" clId="{B69A08EE-4480-4BD7-8B61-9B95CCF88C17}" dt="2024-07-09T20:15:28.364" v="8357" actId="478"/>
          <ac:spMkLst>
            <pc:docMk/>
            <pc:sldMk cId="694158906" sldId="321"/>
            <ac:spMk id="3" creationId="{4A04FC3F-2406-4290-FF29-012008EF6F0D}"/>
          </ac:spMkLst>
        </pc:spChg>
        <pc:spChg chg="add mod">
          <ac:chgData name="Garg, Jhanvi" userId="27d4af93-c45b-4f3c-9805-f02975bc97c9" providerId="ADAL" clId="{B69A08EE-4480-4BD7-8B61-9B95CCF88C17}" dt="2024-07-10T16:17:36.101" v="9653" actId="1076"/>
          <ac:spMkLst>
            <pc:docMk/>
            <pc:sldMk cId="694158906" sldId="321"/>
            <ac:spMk id="3" creationId="{89BA0B56-046F-0425-BC7C-63C45BDE1689}"/>
          </ac:spMkLst>
        </pc:spChg>
        <pc:spChg chg="add del mod">
          <ac:chgData name="Garg, Jhanvi" userId="27d4af93-c45b-4f3c-9805-f02975bc97c9" providerId="ADAL" clId="{B69A08EE-4480-4BD7-8B61-9B95CCF88C17}" dt="2024-07-04T22:32:15.253" v="4267" actId="478"/>
          <ac:spMkLst>
            <pc:docMk/>
            <pc:sldMk cId="694158906" sldId="321"/>
            <ac:spMk id="4" creationId="{5B257037-3B28-962B-8E33-F90DC2DDA7B9}"/>
          </ac:spMkLst>
        </pc:spChg>
        <pc:spChg chg="add del mod">
          <ac:chgData name="Garg, Jhanvi" userId="27d4af93-c45b-4f3c-9805-f02975bc97c9" providerId="ADAL" clId="{B69A08EE-4480-4BD7-8B61-9B95CCF88C17}" dt="2024-07-10T14:43:56.503" v="8362" actId="478"/>
          <ac:spMkLst>
            <pc:docMk/>
            <pc:sldMk cId="694158906" sldId="321"/>
            <ac:spMk id="4" creationId="{83170407-1DEB-58F4-A1EF-93F75DC7B992}"/>
          </ac:spMkLst>
        </pc:spChg>
        <pc:spChg chg="mod">
          <ac:chgData name="Garg, Jhanvi" userId="27d4af93-c45b-4f3c-9805-f02975bc97c9" providerId="ADAL" clId="{B69A08EE-4480-4BD7-8B61-9B95CCF88C17}" dt="2024-07-10T17:35:34.642" v="11690" actId="1076"/>
          <ac:spMkLst>
            <pc:docMk/>
            <pc:sldMk cId="694158906" sldId="321"/>
            <ac:spMk id="5" creationId="{78464F0A-D84F-A33C-735E-A201B7535F01}"/>
          </ac:spMkLst>
        </pc:spChg>
        <pc:spChg chg="add mod">
          <ac:chgData name="Garg, Jhanvi" userId="27d4af93-c45b-4f3c-9805-f02975bc97c9" providerId="ADAL" clId="{B69A08EE-4480-4BD7-8B61-9B95CCF88C17}" dt="2024-07-10T16:12:32.486" v="9554" actId="13822"/>
          <ac:spMkLst>
            <pc:docMk/>
            <pc:sldMk cId="694158906" sldId="321"/>
            <ac:spMk id="6" creationId="{55C1EFDE-6C4D-DF22-65F0-36A65D06EC95}"/>
          </ac:spMkLst>
        </pc:spChg>
        <pc:spChg chg="add del mod">
          <ac:chgData name="Garg, Jhanvi" userId="27d4af93-c45b-4f3c-9805-f02975bc97c9" providerId="ADAL" clId="{B69A08EE-4480-4BD7-8B61-9B95CCF88C17}" dt="2024-07-04T22:25:10.820" v="4105"/>
          <ac:spMkLst>
            <pc:docMk/>
            <pc:sldMk cId="694158906" sldId="321"/>
            <ac:spMk id="7" creationId="{A29297B9-E0A4-0AEF-0540-D69CBEB00FFD}"/>
          </ac:spMkLst>
        </pc:spChg>
        <pc:spChg chg="add mod">
          <ac:chgData name="Garg, Jhanvi" userId="27d4af93-c45b-4f3c-9805-f02975bc97c9" providerId="ADAL" clId="{B69A08EE-4480-4BD7-8B61-9B95CCF88C17}" dt="2024-07-10T16:26:22.349" v="10045" actId="20577"/>
          <ac:spMkLst>
            <pc:docMk/>
            <pc:sldMk cId="694158906" sldId="321"/>
            <ac:spMk id="7" creationId="{F0CF9E4A-92B6-D164-FE18-02BBB8F75F7A}"/>
          </ac:spMkLst>
        </pc:spChg>
        <pc:spChg chg="add del mod">
          <ac:chgData name="Garg, Jhanvi" userId="27d4af93-c45b-4f3c-9805-f02975bc97c9" providerId="ADAL" clId="{B69A08EE-4480-4BD7-8B61-9B95CCF88C17}" dt="2024-07-10T16:25:24.640" v="10040" actId="478"/>
          <ac:spMkLst>
            <pc:docMk/>
            <pc:sldMk cId="694158906" sldId="321"/>
            <ac:spMk id="8" creationId="{06E4AA4E-A2C8-9724-9244-B961AFB361A2}"/>
          </ac:spMkLst>
        </pc:spChg>
        <pc:spChg chg="add del mod">
          <ac:chgData name="Garg, Jhanvi" userId="27d4af93-c45b-4f3c-9805-f02975bc97c9" providerId="ADAL" clId="{B69A08EE-4480-4BD7-8B61-9B95CCF88C17}" dt="2024-07-04T22:25:21.912" v="4109" actId="478"/>
          <ac:spMkLst>
            <pc:docMk/>
            <pc:sldMk cId="694158906" sldId="321"/>
            <ac:spMk id="8" creationId="{6238B512-0E1F-473B-D19E-C17209734B10}"/>
          </ac:spMkLst>
        </pc:spChg>
        <pc:spChg chg="add del mod">
          <ac:chgData name="Garg, Jhanvi" userId="27d4af93-c45b-4f3c-9805-f02975bc97c9" providerId="ADAL" clId="{B69A08EE-4480-4BD7-8B61-9B95CCF88C17}" dt="2024-07-04T22:25:54.236" v="4135" actId="478"/>
          <ac:spMkLst>
            <pc:docMk/>
            <pc:sldMk cId="694158906" sldId="321"/>
            <ac:spMk id="9" creationId="{4131CE84-3091-F428-01C2-FBDA34439E89}"/>
          </ac:spMkLst>
        </pc:spChg>
        <pc:spChg chg="add del mod">
          <ac:chgData name="Garg, Jhanvi" userId="27d4af93-c45b-4f3c-9805-f02975bc97c9" providerId="ADAL" clId="{B69A08EE-4480-4BD7-8B61-9B95CCF88C17}" dt="2024-07-10T16:25:23.267" v="10039" actId="478"/>
          <ac:spMkLst>
            <pc:docMk/>
            <pc:sldMk cId="694158906" sldId="321"/>
            <ac:spMk id="9" creationId="{CD10AE20-DB0F-8C6E-1FF2-DA8766D81DF5}"/>
          </ac:spMkLst>
        </pc:spChg>
        <pc:spChg chg="add mod">
          <ac:chgData name="Garg, Jhanvi" userId="27d4af93-c45b-4f3c-9805-f02975bc97c9" providerId="ADAL" clId="{B69A08EE-4480-4BD7-8B61-9B95CCF88C17}" dt="2024-07-10T16:29:19.653" v="10117" actId="1076"/>
          <ac:spMkLst>
            <pc:docMk/>
            <pc:sldMk cId="694158906" sldId="321"/>
            <ac:spMk id="10" creationId="{11662649-A43C-4301-7A17-144CDBEA2DE4}"/>
          </ac:spMkLst>
        </pc:spChg>
        <pc:spChg chg="add del mod">
          <ac:chgData name="Garg, Jhanvi" userId="27d4af93-c45b-4f3c-9805-f02975bc97c9" providerId="ADAL" clId="{B69A08EE-4480-4BD7-8B61-9B95CCF88C17}" dt="2024-07-04T22:25:57.884" v="4137" actId="478"/>
          <ac:spMkLst>
            <pc:docMk/>
            <pc:sldMk cId="694158906" sldId="321"/>
            <ac:spMk id="10" creationId="{A4EBACAF-BEE7-C2FA-A926-61464CD64C8D}"/>
          </ac:spMkLst>
        </pc:spChg>
        <pc:spChg chg="add mod">
          <ac:chgData name="Garg, Jhanvi" userId="27d4af93-c45b-4f3c-9805-f02975bc97c9" providerId="ADAL" clId="{B69A08EE-4480-4BD7-8B61-9B95CCF88C17}" dt="2024-07-10T16:12:40.411" v="9555" actId="13822"/>
          <ac:spMkLst>
            <pc:docMk/>
            <pc:sldMk cId="694158906" sldId="321"/>
            <ac:spMk id="11" creationId="{D100569C-E527-6C3D-2DD0-F98E4F460316}"/>
          </ac:spMkLst>
        </pc:spChg>
        <pc:spChg chg="add mod">
          <ac:chgData name="Garg, Jhanvi" userId="27d4af93-c45b-4f3c-9805-f02975bc97c9" providerId="ADAL" clId="{B69A08EE-4480-4BD7-8B61-9B95CCF88C17}" dt="2024-07-10T16:29:22.048" v="10118" actId="1076"/>
          <ac:spMkLst>
            <pc:docMk/>
            <pc:sldMk cId="694158906" sldId="321"/>
            <ac:spMk id="12" creationId="{68DF22B3-F382-FD22-9B4B-0ABCE38FCBC9}"/>
          </ac:spMkLst>
        </pc:spChg>
        <pc:spChg chg="add mod">
          <ac:chgData name="Garg, Jhanvi" userId="27d4af93-c45b-4f3c-9805-f02975bc97c9" providerId="ADAL" clId="{B69A08EE-4480-4BD7-8B61-9B95CCF88C17}" dt="2024-07-10T16:29:25.703" v="10119" actId="14100"/>
          <ac:spMkLst>
            <pc:docMk/>
            <pc:sldMk cId="694158906" sldId="321"/>
            <ac:spMk id="13" creationId="{ED8A0D8A-E4D8-2FA7-68AC-F07459130449}"/>
          </ac:spMkLst>
        </pc:spChg>
        <pc:spChg chg="add mod">
          <ac:chgData name="Garg, Jhanvi" userId="27d4af93-c45b-4f3c-9805-f02975bc97c9" providerId="ADAL" clId="{B69A08EE-4480-4BD7-8B61-9B95CCF88C17}" dt="2024-07-10T16:31:45.492" v="10189" actId="1076"/>
          <ac:spMkLst>
            <pc:docMk/>
            <pc:sldMk cId="694158906" sldId="321"/>
            <ac:spMk id="14" creationId="{2BE89B5A-58D8-D415-3773-C17FD76D345E}"/>
          </ac:spMkLst>
        </pc:spChg>
        <pc:spChg chg="add mod">
          <ac:chgData name="Garg, Jhanvi" userId="27d4af93-c45b-4f3c-9805-f02975bc97c9" providerId="ADAL" clId="{B69A08EE-4480-4BD7-8B61-9B95CCF88C17}" dt="2024-07-10T16:30:53.066" v="10170" actId="2085"/>
          <ac:spMkLst>
            <pc:docMk/>
            <pc:sldMk cId="694158906" sldId="321"/>
            <ac:spMk id="15" creationId="{111EBC52-BE5B-3C76-4A05-FABE0E16EC05}"/>
          </ac:spMkLst>
        </pc:spChg>
        <pc:spChg chg="add mod">
          <ac:chgData name="Garg, Jhanvi" userId="27d4af93-c45b-4f3c-9805-f02975bc97c9" providerId="ADAL" clId="{B69A08EE-4480-4BD7-8B61-9B95CCF88C17}" dt="2024-07-10T16:32:58.598" v="10218" actId="1076"/>
          <ac:spMkLst>
            <pc:docMk/>
            <pc:sldMk cId="694158906" sldId="321"/>
            <ac:spMk id="16" creationId="{9716A365-08AF-EB9A-6E10-CE059651A85D}"/>
          </ac:spMkLst>
        </pc:spChg>
        <pc:spChg chg="add mod">
          <ac:chgData name="Garg, Jhanvi" userId="27d4af93-c45b-4f3c-9805-f02975bc97c9" providerId="ADAL" clId="{B69A08EE-4480-4BD7-8B61-9B95CCF88C17}" dt="2024-07-10T16:12:47.652" v="9556" actId="13822"/>
          <ac:spMkLst>
            <pc:docMk/>
            <pc:sldMk cId="694158906" sldId="321"/>
            <ac:spMk id="18" creationId="{F931EB3D-7EB4-2068-9697-D20A7AAB122D}"/>
          </ac:spMkLst>
        </pc:spChg>
        <pc:spChg chg="add mod">
          <ac:chgData name="Garg, Jhanvi" userId="27d4af93-c45b-4f3c-9805-f02975bc97c9" providerId="ADAL" clId="{B69A08EE-4480-4BD7-8B61-9B95CCF88C17}" dt="2024-07-04T22:35:37.667" v="4325" actId="255"/>
          <ac:spMkLst>
            <pc:docMk/>
            <pc:sldMk cId="694158906" sldId="321"/>
            <ac:spMk id="19" creationId="{DA7E4D16-A4EB-6C7C-0E11-A9657B73E748}"/>
          </ac:spMkLst>
        </pc:spChg>
        <pc:spChg chg="add mod">
          <ac:chgData name="Garg, Jhanvi" userId="27d4af93-c45b-4f3c-9805-f02975bc97c9" providerId="ADAL" clId="{B69A08EE-4480-4BD7-8B61-9B95CCF88C17}" dt="2024-07-10T16:33:03.332" v="10219" actId="1076"/>
          <ac:spMkLst>
            <pc:docMk/>
            <pc:sldMk cId="694158906" sldId="321"/>
            <ac:spMk id="20" creationId="{99493925-EE47-4AE2-FF9F-636E1ACA72A1}"/>
          </ac:spMkLst>
        </pc:spChg>
        <pc:spChg chg="add mod">
          <ac:chgData name="Garg, Jhanvi" userId="27d4af93-c45b-4f3c-9805-f02975bc97c9" providerId="ADAL" clId="{B69A08EE-4480-4BD7-8B61-9B95CCF88C17}" dt="2024-07-10T16:31:23.572" v="10174" actId="1076"/>
          <ac:spMkLst>
            <pc:docMk/>
            <pc:sldMk cId="694158906" sldId="321"/>
            <ac:spMk id="23" creationId="{8309F983-5F3E-3B78-6139-CCD891BF8001}"/>
          </ac:spMkLst>
        </pc:spChg>
        <pc:spChg chg="add mod">
          <ac:chgData name="Garg, Jhanvi" userId="27d4af93-c45b-4f3c-9805-f02975bc97c9" providerId="ADAL" clId="{B69A08EE-4480-4BD7-8B61-9B95CCF88C17}" dt="2024-07-10T16:31:30.261" v="10176" actId="1076"/>
          <ac:spMkLst>
            <pc:docMk/>
            <pc:sldMk cId="694158906" sldId="321"/>
            <ac:spMk id="24" creationId="{B2B55695-EFC5-A4E5-7F13-47B3DB014FBB}"/>
          </ac:spMkLst>
        </pc:spChg>
        <pc:spChg chg="add mod">
          <ac:chgData name="Garg, Jhanvi" userId="27d4af93-c45b-4f3c-9805-f02975bc97c9" providerId="ADAL" clId="{B69A08EE-4480-4BD7-8B61-9B95CCF88C17}" dt="2024-07-10T16:12:58.263" v="9557" actId="13822"/>
          <ac:spMkLst>
            <pc:docMk/>
            <pc:sldMk cId="694158906" sldId="321"/>
            <ac:spMk id="25" creationId="{324D36F2-D209-8B80-E3B0-482AE63C3439}"/>
          </ac:spMkLst>
        </pc:spChg>
        <pc:spChg chg="add mod">
          <ac:chgData name="Garg, Jhanvi" userId="27d4af93-c45b-4f3c-9805-f02975bc97c9" providerId="ADAL" clId="{B69A08EE-4480-4BD7-8B61-9B95CCF88C17}" dt="2024-07-10T16:15:23.445" v="9651" actId="255"/>
          <ac:spMkLst>
            <pc:docMk/>
            <pc:sldMk cId="694158906" sldId="321"/>
            <ac:spMk id="27" creationId="{BADB52B2-2125-87B6-5CE1-D99A53C67293}"/>
          </ac:spMkLst>
        </pc:spChg>
        <pc:spChg chg="add mod">
          <ac:chgData name="Garg, Jhanvi" userId="27d4af93-c45b-4f3c-9805-f02975bc97c9" providerId="ADAL" clId="{B69A08EE-4480-4BD7-8B61-9B95CCF88C17}" dt="2024-07-10T16:31:41.381" v="10188" actId="20577"/>
          <ac:spMkLst>
            <pc:docMk/>
            <pc:sldMk cId="694158906" sldId="321"/>
            <ac:spMk id="28" creationId="{922B29D7-8D31-3338-9718-0689CA54FE03}"/>
          </ac:spMkLst>
        </pc:spChg>
        <pc:spChg chg="add mod">
          <ac:chgData name="Garg, Jhanvi" userId="27d4af93-c45b-4f3c-9805-f02975bc97c9" providerId="ADAL" clId="{B69A08EE-4480-4BD7-8B61-9B95CCF88C17}" dt="2024-07-10T16:32:09.788" v="10206" actId="1076"/>
          <ac:spMkLst>
            <pc:docMk/>
            <pc:sldMk cId="694158906" sldId="321"/>
            <ac:spMk id="29" creationId="{8A73CB04-8118-6085-3E65-4D70322C59BF}"/>
          </ac:spMkLst>
        </pc:spChg>
        <pc:spChg chg="add mod">
          <ac:chgData name="Garg, Jhanvi" userId="27d4af93-c45b-4f3c-9805-f02975bc97c9" providerId="ADAL" clId="{B69A08EE-4480-4BD7-8B61-9B95CCF88C17}" dt="2024-07-10T16:31:51.042" v="10192" actId="1076"/>
          <ac:spMkLst>
            <pc:docMk/>
            <pc:sldMk cId="694158906" sldId="321"/>
            <ac:spMk id="30" creationId="{9506F30C-C862-ACAC-2F19-CD28F61BDB7E}"/>
          </ac:spMkLst>
        </pc:spChg>
        <pc:spChg chg="add mod">
          <ac:chgData name="Garg, Jhanvi" userId="27d4af93-c45b-4f3c-9805-f02975bc97c9" providerId="ADAL" clId="{B69A08EE-4480-4BD7-8B61-9B95CCF88C17}" dt="2024-07-10T16:32:14.305" v="10207" actId="1076"/>
          <ac:spMkLst>
            <pc:docMk/>
            <pc:sldMk cId="694158906" sldId="321"/>
            <ac:spMk id="31" creationId="{51C97E31-4377-2526-8461-5C62949E1C3B}"/>
          </ac:spMkLst>
        </pc:spChg>
        <pc:spChg chg="add mod">
          <ac:chgData name="Garg, Jhanvi" userId="27d4af93-c45b-4f3c-9805-f02975bc97c9" providerId="ADAL" clId="{B69A08EE-4480-4BD7-8B61-9B95CCF88C17}" dt="2024-07-10T16:33:09.784" v="10220" actId="1076"/>
          <ac:spMkLst>
            <pc:docMk/>
            <pc:sldMk cId="694158906" sldId="321"/>
            <ac:spMk id="32" creationId="{938232FC-F051-B668-02F0-0D3DC20A5D07}"/>
          </ac:spMkLst>
        </pc:spChg>
        <pc:cxnChg chg="add del mod">
          <ac:chgData name="Garg, Jhanvi" userId="27d4af93-c45b-4f3c-9805-f02975bc97c9" providerId="ADAL" clId="{B69A08EE-4480-4BD7-8B61-9B95CCF88C17}" dt="2024-07-04T22:34:32.424" v="4284" actId="478"/>
          <ac:cxnSpMkLst>
            <pc:docMk/>
            <pc:sldMk cId="694158906" sldId="321"/>
            <ac:cxnSpMk id="13" creationId="{BC772A7C-5147-99A7-FD1A-452E733C9137}"/>
          </ac:cxnSpMkLst>
        </pc:cxnChg>
        <pc:cxnChg chg="add del mod">
          <ac:chgData name="Garg, Jhanvi" userId="27d4af93-c45b-4f3c-9805-f02975bc97c9" providerId="ADAL" clId="{B69A08EE-4480-4BD7-8B61-9B95CCF88C17}" dt="2024-07-04T22:27:37.748" v="4187" actId="478"/>
          <ac:cxnSpMkLst>
            <pc:docMk/>
            <pc:sldMk cId="694158906" sldId="321"/>
            <ac:cxnSpMk id="14" creationId="{CCD7847D-FEA0-CE91-E04C-2821347C1723}"/>
          </ac:cxnSpMkLst>
        </pc:cxnChg>
        <pc:cxnChg chg="add mod">
          <ac:chgData name="Garg, Jhanvi" userId="27d4af93-c45b-4f3c-9805-f02975bc97c9" providerId="ADAL" clId="{B69A08EE-4480-4BD7-8B61-9B95CCF88C17}" dt="2024-07-04T22:34:23.082" v="4282" actId="13822"/>
          <ac:cxnSpMkLst>
            <pc:docMk/>
            <pc:sldMk cId="694158906" sldId="321"/>
            <ac:cxnSpMk id="17" creationId="{844E09A3-C006-D723-95F5-5146A93592AC}"/>
          </ac:cxnSpMkLst>
        </pc:cxnChg>
        <pc:cxnChg chg="add mod">
          <ac:chgData name="Garg, Jhanvi" userId="27d4af93-c45b-4f3c-9805-f02975bc97c9" providerId="ADAL" clId="{B69A08EE-4480-4BD7-8B61-9B95CCF88C17}" dt="2024-07-04T22:34:49.826" v="4287" actId="13822"/>
          <ac:cxnSpMkLst>
            <pc:docMk/>
            <pc:sldMk cId="694158906" sldId="321"/>
            <ac:cxnSpMk id="21" creationId="{16A56984-1A58-ADDB-19A6-0FB427765D48}"/>
          </ac:cxnSpMkLst>
        </pc:cxnChg>
        <pc:cxnChg chg="add mod">
          <ac:chgData name="Garg, Jhanvi" userId="27d4af93-c45b-4f3c-9805-f02975bc97c9" providerId="ADAL" clId="{B69A08EE-4480-4BD7-8B61-9B95CCF88C17}" dt="2024-07-04T22:34:56.771" v="4288" actId="13822"/>
          <ac:cxnSpMkLst>
            <pc:docMk/>
            <pc:sldMk cId="694158906" sldId="321"/>
            <ac:cxnSpMk id="22" creationId="{D768C544-3686-D793-4E06-799E9D280EF9}"/>
          </ac:cxnSpMkLst>
        </pc:cxnChg>
        <pc:cxnChg chg="add mod">
          <ac:chgData name="Garg, Jhanvi" userId="27d4af93-c45b-4f3c-9805-f02975bc97c9" providerId="ADAL" clId="{B69A08EE-4480-4BD7-8B61-9B95CCF88C17}" dt="2024-07-04T22:34:37.356" v="4285" actId="1076"/>
          <ac:cxnSpMkLst>
            <pc:docMk/>
            <pc:sldMk cId="694158906" sldId="321"/>
            <ac:cxnSpMk id="26" creationId="{04EE4F74-DE0F-C135-660C-3A0931E23667}"/>
          </ac:cxnSpMkLst>
        </pc:cxnChg>
      </pc:sldChg>
      <pc:sldChg chg="addSp delSp modSp add mod">
        <pc:chgData name="Garg, Jhanvi" userId="27d4af93-c45b-4f3c-9805-f02975bc97c9" providerId="ADAL" clId="{B69A08EE-4480-4BD7-8B61-9B95CCF88C17}" dt="2024-07-10T19:33:09.188" v="16184" actId="1076"/>
        <pc:sldMkLst>
          <pc:docMk/>
          <pc:sldMk cId="1676215480" sldId="322"/>
        </pc:sldMkLst>
        <pc:spChg chg="add del">
          <ac:chgData name="Garg, Jhanvi" userId="27d4af93-c45b-4f3c-9805-f02975bc97c9" providerId="ADAL" clId="{B69A08EE-4480-4BD7-8B61-9B95CCF88C17}" dt="2024-07-10T17:20:21.766" v="11459" actId="478"/>
          <ac:spMkLst>
            <pc:docMk/>
            <pc:sldMk cId="1676215480" sldId="322"/>
            <ac:spMk id="3" creationId="{DBD48C72-F5F1-8CE8-775A-24093A908661}"/>
          </ac:spMkLst>
        </pc:spChg>
        <pc:spChg chg="del">
          <ac:chgData name="Garg, Jhanvi" userId="27d4af93-c45b-4f3c-9805-f02975bc97c9" providerId="ADAL" clId="{B69A08EE-4480-4BD7-8B61-9B95CCF88C17}" dt="2024-07-09T20:14:46.402" v="8350" actId="478"/>
          <ac:spMkLst>
            <pc:docMk/>
            <pc:sldMk cId="1676215480" sldId="322"/>
            <ac:spMk id="3" creationId="{F2ED3911-B014-442E-7948-4AEA730C5176}"/>
          </ac:spMkLst>
        </pc:spChg>
        <pc:spChg chg="mod">
          <ac:chgData name="Garg, Jhanvi" userId="27d4af93-c45b-4f3c-9805-f02975bc97c9" providerId="ADAL" clId="{B69A08EE-4480-4BD7-8B61-9B95CCF88C17}" dt="2024-07-10T17:26:53.497" v="11537" actId="20577"/>
          <ac:spMkLst>
            <pc:docMk/>
            <pc:sldMk cId="1676215480" sldId="322"/>
            <ac:spMk id="4" creationId="{7EADA0B9-0C5A-A5C6-3A63-E8E4011BE745}"/>
          </ac:spMkLst>
        </pc:spChg>
        <pc:spChg chg="add del">
          <ac:chgData name="Garg, Jhanvi" userId="27d4af93-c45b-4f3c-9805-f02975bc97c9" providerId="ADAL" clId="{B69A08EE-4480-4BD7-8B61-9B95CCF88C17}" dt="2024-07-10T17:21:45.546" v="11493" actId="11529"/>
          <ac:spMkLst>
            <pc:docMk/>
            <pc:sldMk cId="1676215480" sldId="322"/>
            <ac:spMk id="7" creationId="{933D9A1A-2B46-362F-AD96-64A47DAAB406}"/>
          </ac:spMkLst>
        </pc:spChg>
        <pc:spChg chg="add mod">
          <ac:chgData name="Garg, Jhanvi" userId="27d4af93-c45b-4f3c-9805-f02975bc97c9" providerId="ADAL" clId="{B69A08EE-4480-4BD7-8B61-9B95CCF88C17}" dt="2024-07-10T17:27:06.763" v="11539" actId="1076"/>
          <ac:spMkLst>
            <pc:docMk/>
            <pc:sldMk cId="1676215480" sldId="322"/>
            <ac:spMk id="8" creationId="{A0CE6BF8-C65F-3B3C-4D0C-E3E5CFDEFC63}"/>
          </ac:spMkLst>
        </pc:spChg>
        <pc:spChg chg="add mod">
          <ac:chgData name="Garg, Jhanvi" userId="27d4af93-c45b-4f3c-9805-f02975bc97c9" providerId="ADAL" clId="{B69A08EE-4480-4BD7-8B61-9B95CCF88C17}" dt="2024-07-10T17:27:00.428" v="11538" actId="1076"/>
          <ac:spMkLst>
            <pc:docMk/>
            <pc:sldMk cId="1676215480" sldId="322"/>
            <ac:spMk id="9" creationId="{7A0FAC2F-B7DF-C107-30F8-CD8BD9822D78}"/>
          </ac:spMkLst>
        </pc:spChg>
        <pc:spChg chg="mod">
          <ac:chgData name="Garg, Jhanvi" userId="27d4af93-c45b-4f3c-9805-f02975bc97c9" providerId="ADAL" clId="{B69A08EE-4480-4BD7-8B61-9B95CCF88C17}" dt="2024-07-05T20:14:57.721" v="8131" actId="1076"/>
          <ac:spMkLst>
            <pc:docMk/>
            <pc:sldMk cId="1676215480" sldId="322"/>
            <ac:spMk id="12" creationId="{A4C89C84-3FE5-5A75-3231-63A467D0C9D1}"/>
          </ac:spMkLst>
        </pc:spChg>
        <pc:spChg chg="add mod">
          <ac:chgData name="Garg, Jhanvi" userId="27d4af93-c45b-4f3c-9805-f02975bc97c9" providerId="ADAL" clId="{B69A08EE-4480-4BD7-8B61-9B95CCF88C17}" dt="2024-07-10T17:28:03.819" v="11551" actId="1076"/>
          <ac:spMkLst>
            <pc:docMk/>
            <pc:sldMk cId="1676215480" sldId="322"/>
            <ac:spMk id="21" creationId="{195F1DFB-4B35-23F8-2EA1-682C7C9CFDD8}"/>
          </ac:spMkLst>
        </pc:spChg>
        <pc:spChg chg="add mod">
          <ac:chgData name="Garg, Jhanvi" userId="27d4af93-c45b-4f3c-9805-f02975bc97c9" providerId="ADAL" clId="{B69A08EE-4480-4BD7-8B61-9B95CCF88C17}" dt="2024-07-10T17:28:49.856" v="11587" actId="1076"/>
          <ac:spMkLst>
            <pc:docMk/>
            <pc:sldMk cId="1676215480" sldId="322"/>
            <ac:spMk id="22" creationId="{63667496-09B3-BEE2-1C26-0E1EA22068A8}"/>
          </ac:spMkLst>
        </pc:spChg>
        <pc:spChg chg="add mod">
          <ac:chgData name="Garg, Jhanvi" userId="27d4af93-c45b-4f3c-9805-f02975bc97c9" providerId="ADAL" clId="{B69A08EE-4480-4BD7-8B61-9B95CCF88C17}" dt="2024-07-10T19:33:09.188" v="16184" actId="1076"/>
          <ac:spMkLst>
            <pc:docMk/>
            <pc:sldMk cId="1676215480" sldId="322"/>
            <ac:spMk id="23" creationId="{E6D9B9EF-C4D3-ED72-FD1C-68C563E5E80D}"/>
          </ac:spMkLst>
        </pc:spChg>
        <pc:spChg chg="add del mod">
          <ac:chgData name="Garg, Jhanvi" userId="27d4af93-c45b-4f3c-9805-f02975bc97c9" providerId="ADAL" clId="{B69A08EE-4480-4BD7-8B61-9B95CCF88C17}" dt="2024-07-10T17:29:08.803" v="11591"/>
          <ac:spMkLst>
            <pc:docMk/>
            <pc:sldMk cId="1676215480" sldId="322"/>
            <ac:spMk id="25" creationId="{019B3E6A-3161-D518-B5F3-0AC8A705839C}"/>
          </ac:spMkLst>
        </pc:spChg>
        <pc:spChg chg="add mod">
          <ac:chgData name="Garg, Jhanvi" userId="27d4af93-c45b-4f3c-9805-f02975bc97c9" providerId="ADAL" clId="{B69A08EE-4480-4BD7-8B61-9B95CCF88C17}" dt="2024-07-10T17:30:44.626" v="11625" actId="20577"/>
          <ac:spMkLst>
            <pc:docMk/>
            <pc:sldMk cId="1676215480" sldId="322"/>
            <ac:spMk id="32" creationId="{E6048CA8-F2FF-065B-2359-4BE40823338D}"/>
          </ac:spMkLst>
        </pc:spChg>
        <pc:cxnChg chg="add del mod">
          <ac:chgData name="Garg, Jhanvi" userId="27d4af93-c45b-4f3c-9805-f02975bc97c9" providerId="ADAL" clId="{B69A08EE-4480-4BD7-8B61-9B95CCF88C17}" dt="2024-07-10T17:21:25.059" v="11491" actId="478"/>
          <ac:cxnSpMkLst>
            <pc:docMk/>
            <pc:sldMk cId="1676215480" sldId="322"/>
            <ac:cxnSpMk id="6" creationId="{023B09BB-766C-49F7-DA80-5F25C2AEF02E}"/>
          </ac:cxnSpMkLst>
        </pc:cxnChg>
        <pc:cxnChg chg="add mod">
          <ac:chgData name="Garg, Jhanvi" userId="27d4af93-c45b-4f3c-9805-f02975bc97c9" providerId="ADAL" clId="{B69A08EE-4480-4BD7-8B61-9B95CCF88C17}" dt="2024-07-10T17:29:21.271" v="11595" actId="1076"/>
          <ac:cxnSpMkLst>
            <pc:docMk/>
            <pc:sldMk cId="1676215480" sldId="322"/>
            <ac:cxnSpMk id="11" creationId="{FAA72381-5D03-30CB-561A-D531E078E7D7}"/>
          </ac:cxnSpMkLst>
        </pc:cxnChg>
        <pc:cxnChg chg="add mod">
          <ac:chgData name="Garg, Jhanvi" userId="27d4af93-c45b-4f3c-9805-f02975bc97c9" providerId="ADAL" clId="{B69A08EE-4480-4BD7-8B61-9B95CCF88C17}" dt="2024-07-10T17:27:13.496" v="11541" actId="1076"/>
          <ac:cxnSpMkLst>
            <pc:docMk/>
            <pc:sldMk cId="1676215480" sldId="322"/>
            <ac:cxnSpMk id="14" creationId="{A4203782-B0E4-245F-B454-CE648D1EB49F}"/>
          </ac:cxnSpMkLst>
        </pc:cxnChg>
        <pc:cxnChg chg="add del mod">
          <ac:chgData name="Garg, Jhanvi" userId="27d4af93-c45b-4f3c-9805-f02975bc97c9" providerId="ADAL" clId="{B69A08EE-4480-4BD7-8B61-9B95CCF88C17}" dt="2024-07-10T17:27:09.648" v="11540" actId="478"/>
          <ac:cxnSpMkLst>
            <pc:docMk/>
            <pc:sldMk cId="1676215480" sldId="322"/>
            <ac:cxnSpMk id="16" creationId="{941E857B-4222-DDFA-E64B-EDAE282CB7CF}"/>
          </ac:cxnSpMkLst>
        </pc:cxnChg>
        <pc:cxnChg chg="add mod">
          <ac:chgData name="Garg, Jhanvi" userId="27d4af93-c45b-4f3c-9805-f02975bc97c9" providerId="ADAL" clId="{B69A08EE-4480-4BD7-8B61-9B95CCF88C17}" dt="2024-07-10T17:27:21.673" v="11542" actId="1076"/>
          <ac:cxnSpMkLst>
            <pc:docMk/>
            <pc:sldMk cId="1676215480" sldId="322"/>
            <ac:cxnSpMk id="17" creationId="{7B943442-3B54-CBE8-25AF-DDA1AD4FE25A}"/>
          </ac:cxnSpMkLst>
        </pc:cxnChg>
        <pc:cxnChg chg="add mod">
          <ac:chgData name="Garg, Jhanvi" userId="27d4af93-c45b-4f3c-9805-f02975bc97c9" providerId="ADAL" clId="{B69A08EE-4480-4BD7-8B61-9B95CCF88C17}" dt="2024-07-10T17:27:36.489" v="11547" actId="1076"/>
          <ac:cxnSpMkLst>
            <pc:docMk/>
            <pc:sldMk cId="1676215480" sldId="322"/>
            <ac:cxnSpMk id="19" creationId="{837881A4-143B-CDBA-A9F1-99DE666F20B0}"/>
          </ac:cxnSpMkLst>
        </pc:cxnChg>
        <pc:cxnChg chg="add mod">
          <ac:chgData name="Garg, Jhanvi" userId="27d4af93-c45b-4f3c-9805-f02975bc97c9" providerId="ADAL" clId="{B69A08EE-4480-4BD7-8B61-9B95CCF88C17}" dt="2024-07-10T17:29:12.174" v="11592" actId="1076"/>
          <ac:cxnSpMkLst>
            <pc:docMk/>
            <pc:sldMk cId="1676215480" sldId="322"/>
            <ac:cxnSpMk id="24" creationId="{EEB713C5-EE1B-6B50-E05B-ACBD75DE9CD9}"/>
          </ac:cxnSpMkLst>
        </pc:cxnChg>
        <pc:cxnChg chg="add mod">
          <ac:chgData name="Garg, Jhanvi" userId="27d4af93-c45b-4f3c-9805-f02975bc97c9" providerId="ADAL" clId="{B69A08EE-4480-4BD7-8B61-9B95CCF88C17}" dt="2024-07-10T17:29:17.852" v="11594" actId="1076"/>
          <ac:cxnSpMkLst>
            <pc:docMk/>
            <pc:sldMk cId="1676215480" sldId="322"/>
            <ac:cxnSpMk id="26" creationId="{A8C8FA83-C5A9-4D23-563C-EB0022B66897}"/>
          </ac:cxnSpMkLst>
        </pc:cxnChg>
        <pc:cxnChg chg="add mod">
          <ac:chgData name="Garg, Jhanvi" userId="27d4af93-c45b-4f3c-9805-f02975bc97c9" providerId="ADAL" clId="{B69A08EE-4480-4BD7-8B61-9B95CCF88C17}" dt="2024-07-10T17:29:43.584" v="11600" actId="14100"/>
          <ac:cxnSpMkLst>
            <pc:docMk/>
            <pc:sldMk cId="1676215480" sldId="322"/>
            <ac:cxnSpMk id="27" creationId="{70801EA7-B334-99FF-032D-87DE28C16A11}"/>
          </ac:cxnSpMkLst>
        </pc:cxnChg>
        <pc:cxnChg chg="add mod">
          <ac:chgData name="Garg, Jhanvi" userId="27d4af93-c45b-4f3c-9805-f02975bc97c9" providerId="ADAL" clId="{B69A08EE-4480-4BD7-8B61-9B95CCF88C17}" dt="2024-07-10T17:30:54.046" v="11627" actId="1076"/>
          <ac:cxnSpMkLst>
            <pc:docMk/>
            <pc:sldMk cId="1676215480" sldId="322"/>
            <ac:cxnSpMk id="28" creationId="{9DEC5F6B-CD45-1786-C483-4B6FDA0C4208}"/>
          </ac:cxnSpMkLst>
        </pc:cxnChg>
        <pc:cxnChg chg="add del mod">
          <ac:chgData name="Garg, Jhanvi" userId="27d4af93-c45b-4f3c-9805-f02975bc97c9" providerId="ADAL" clId="{B69A08EE-4480-4BD7-8B61-9B95CCF88C17}" dt="2024-07-10T17:30:31.848" v="11606" actId="478"/>
          <ac:cxnSpMkLst>
            <pc:docMk/>
            <pc:sldMk cId="1676215480" sldId="322"/>
            <ac:cxnSpMk id="31" creationId="{18AAFF96-518B-57A1-B91B-961A962A377C}"/>
          </ac:cxnSpMkLst>
        </pc:cxnChg>
      </pc:sldChg>
      <pc:sldChg chg="addSp delSp modSp add mod ord">
        <pc:chgData name="Garg, Jhanvi" userId="27d4af93-c45b-4f3c-9805-f02975bc97c9" providerId="ADAL" clId="{B69A08EE-4480-4BD7-8B61-9B95CCF88C17}" dt="2024-07-12T12:37:49.881" v="16822"/>
        <pc:sldMkLst>
          <pc:docMk/>
          <pc:sldMk cId="1113098101" sldId="323"/>
        </pc:sldMkLst>
        <pc:spChg chg="mod">
          <ac:chgData name="Garg, Jhanvi" userId="27d4af93-c45b-4f3c-9805-f02975bc97c9" providerId="ADAL" clId="{B69A08EE-4480-4BD7-8B61-9B95CCF88C17}" dt="2024-07-05T00:26:55.762" v="6053" actId="1076"/>
          <ac:spMkLst>
            <pc:docMk/>
            <pc:sldMk cId="1113098101" sldId="323"/>
            <ac:spMk id="2" creationId="{03D30782-1585-B78B-EDB6-07EA757631CC}"/>
          </ac:spMkLst>
        </pc:spChg>
        <pc:spChg chg="del mod">
          <ac:chgData name="Garg, Jhanvi" userId="27d4af93-c45b-4f3c-9805-f02975bc97c9" providerId="ADAL" clId="{B69A08EE-4480-4BD7-8B61-9B95CCF88C17}" dt="2024-07-05T00:42:25.467" v="6402" actId="478"/>
          <ac:spMkLst>
            <pc:docMk/>
            <pc:sldMk cId="1113098101" sldId="323"/>
            <ac:spMk id="3" creationId="{8B2BB817-9F5E-0BDF-4E99-05056C20CD4A}"/>
          </ac:spMkLst>
        </pc:spChg>
        <pc:spChg chg="mod">
          <ac:chgData name="Garg, Jhanvi" userId="27d4af93-c45b-4f3c-9805-f02975bc97c9" providerId="ADAL" clId="{B69A08EE-4480-4BD7-8B61-9B95CCF88C17}" dt="2024-07-05T00:26:55.762" v="6053" actId="1076"/>
          <ac:spMkLst>
            <pc:docMk/>
            <pc:sldMk cId="1113098101" sldId="323"/>
            <ac:spMk id="4" creationId="{7A9690C7-B355-1965-24F8-1D994EC22833}"/>
          </ac:spMkLst>
        </pc:spChg>
        <pc:spChg chg="mod">
          <ac:chgData name="Garg, Jhanvi" userId="27d4af93-c45b-4f3c-9805-f02975bc97c9" providerId="ADAL" clId="{B69A08EE-4480-4BD7-8B61-9B95CCF88C17}" dt="2024-07-10T18:19:25.236" v="12905" actId="5793"/>
          <ac:spMkLst>
            <pc:docMk/>
            <pc:sldMk cId="1113098101" sldId="323"/>
            <ac:spMk id="5" creationId="{B9CA7F1F-EF2A-145D-8759-B9AEA5377D64}"/>
          </ac:spMkLst>
        </pc:spChg>
        <pc:spChg chg="add del mod">
          <ac:chgData name="Garg, Jhanvi" userId="27d4af93-c45b-4f3c-9805-f02975bc97c9" providerId="ADAL" clId="{B69A08EE-4480-4BD7-8B61-9B95CCF88C17}" dt="2024-07-10T18:20:24.629" v="12909" actId="478"/>
          <ac:spMkLst>
            <pc:docMk/>
            <pc:sldMk cId="1113098101" sldId="323"/>
            <ac:spMk id="6" creationId="{6F8EE7C7-F731-9A70-0CB0-AA0B669EB90D}"/>
          </ac:spMkLst>
        </pc:spChg>
        <pc:spChg chg="add del mod">
          <ac:chgData name="Garg, Jhanvi" userId="27d4af93-c45b-4f3c-9805-f02975bc97c9" providerId="ADAL" clId="{B69A08EE-4480-4BD7-8B61-9B95CCF88C17}" dt="2024-07-10T18:20:54.694" v="12924" actId="478"/>
          <ac:spMkLst>
            <pc:docMk/>
            <pc:sldMk cId="1113098101" sldId="323"/>
            <ac:spMk id="9" creationId="{9777F71D-BF78-D7E7-CBCD-529A8D55DC57}"/>
          </ac:spMkLst>
        </pc:spChg>
        <pc:spChg chg="add del mod">
          <ac:chgData name="Garg, Jhanvi" userId="27d4af93-c45b-4f3c-9805-f02975bc97c9" providerId="ADAL" clId="{B69A08EE-4480-4BD7-8B61-9B95CCF88C17}" dt="2024-07-10T18:20:56.201" v="12925" actId="478"/>
          <ac:spMkLst>
            <pc:docMk/>
            <pc:sldMk cId="1113098101" sldId="323"/>
            <ac:spMk id="11" creationId="{FE017837-D92B-7B8C-7228-37C11DF986AF}"/>
          </ac:spMkLst>
        </pc:spChg>
        <pc:spChg chg="add del mod">
          <ac:chgData name="Garg, Jhanvi" userId="27d4af93-c45b-4f3c-9805-f02975bc97c9" providerId="ADAL" clId="{B69A08EE-4480-4BD7-8B61-9B95CCF88C17}" dt="2024-07-10T18:18:13.624" v="12837" actId="478"/>
          <ac:spMkLst>
            <pc:docMk/>
            <pc:sldMk cId="1113098101" sldId="323"/>
            <ac:spMk id="12" creationId="{D29F0E34-756A-1393-40FB-02FD61C85D40}"/>
          </ac:spMkLst>
        </pc:spChg>
        <pc:spChg chg="add del mod">
          <ac:chgData name="Garg, Jhanvi" userId="27d4af93-c45b-4f3c-9805-f02975bc97c9" providerId="ADAL" clId="{B69A08EE-4480-4BD7-8B61-9B95CCF88C17}" dt="2024-07-10T18:18:48.562" v="12857" actId="478"/>
          <ac:spMkLst>
            <pc:docMk/>
            <pc:sldMk cId="1113098101" sldId="323"/>
            <ac:spMk id="13" creationId="{55175AAA-A7FD-9272-C9B5-CF730509BA92}"/>
          </ac:spMkLst>
        </pc:spChg>
        <pc:spChg chg="add del mod">
          <ac:chgData name="Garg, Jhanvi" userId="27d4af93-c45b-4f3c-9805-f02975bc97c9" providerId="ADAL" clId="{B69A08EE-4480-4BD7-8B61-9B95CCF88C17}" dt="2024-07-10T18:18:24.172" v="12843" actId="478"/>
          <ac:spMkLst>
            <pc:docMk/>
            <pc:sldMk cId="1113098101" sldId="323"/>
            <ac:spMk id="14" creationId="{F406F478-30BD-37DA-E8AB-020A8893A10E}"/>
          </ac:spMkLst>
        </pc:spChg>
        <pc:spChg chg="add mod">
          <ac:chgData name="Garg, Jhanvi" userId="27d4af93-c45b-4f3c-9805-f02975bc97c9" providerId="ADAL" clId="{B69A08EE-4480-4BD7-8B61-9B95CCF88C17}" dt="2024-07-10T18:19:11.874" v="12862" actId="20577"/>
          <ac:spMkLst>
            <pc:docMk/>
            <pc:sldMk cId="1113098101" sldId="323"/>
            <ac:spMk id="19" creationId="{97CB625E-C286-F61C-7484-BFCB99D016FA}"/>
          </ac:spMkLst>
        </pc:spChg>
        <pc:spChg chg="add del mod">
          <ac:chgData name="Garg, Jhanvi" userId="27d4af93-c45b-4f3c-9805-f02975bc97c9" providerId="ADAL" clId="{B69A08EE-4480-4BD7-8B61-9B95CCF88C17}" dt="2024-07-10T18:18:15.574" v="12838" actId="478"/>
          <ac:spMkLst>
            <pc:docMk/>
            <pc:sldMk cId="1113098101" sldId="323"/>
            <ac:spMk id="20" creationId="{4EF734FB-33A7-386C-72A8-744201E470F7}"/>
          </ac:spMkLst>
        </pc:spChg>
        <pc:spChg chg="add del mod">
          <ac:chgData name="Garg, Jhanvi" userId="27d4af93-c45b-4f3c-9805-f02975bc97c9" providerId="ADAL" clId="{B69A08EE-4480-4BD7-8B61-9B95CCF88C17}" dt="2024-07-10T18:18:31.480" v="12846" actId="478"/>
          <ac:spMkLst>
            <pc:docMk/>
            <pc:sldMk cId="1113098101" sldId="323"/>
            <ac:spMk id="21" creationId="{44558DD5-4C75-C7EB-8164-65A0D4C461EB}"/>
          </ac:spMkLst>
        </pc:spChg>
        <pc:spChg chg="add del mod">
          <ac:chgData name="Garg, Jhanvi" userId="27d4af93-c45b-4f3c-9805-f02975bc97c9" providerId="ADAL" clId="{B69A08EE-4480-4BD7-8B61-9B95CCF88C17}" dt="2024-07-10T18:18:44.718" v="12855" actId="478"/>
          <ac:spMkLst>
            <pc:docMk/>
            <pc:sldMk cId="1113098101" sldId="323"/>
            <ac:spMk id="22" creationId="{808BDE05-5C60-CA56-A44C-92EA58168588}"/>
          </ac:spMkLst>
        </pc:spChg>
        <pc:spChg chg="add del mod">
          <ac:chgData name="Garg, Jhanvi" userId="27d4af93-c45b-4f3c-9805-f02975bc97c9" providerId="ADAL" clId="{B69A08EE-4480-4BD7-8B61-9B95CCF88C17}" dt="2024-07-10T18:18:19.932" v="12841" actId="478"/>
          <ac:spMkLst>
            <pc:docMk/>
            <pc:sldMk cId="1113098101" sldId="323"/>
            <ac:spMk id="24" creationId="{65BAC40E-76F4-78EE-F301-27CB54DC3E5C}"/>
          </ac:spMkLst>
        </pc:spChg>
        <pc:spChg chg="add del mod">
          <ac:chgData name="Garg, Jhanvi" userId="27d4af93-c45b-4f3c-9805-f02975bc97c9" providerId="ADAL" clId="{B69A08EE-4480-4BD7-8B61-9B95CCF88C17}" dt="2024-07-10T18:18:50.179" v="12858" actId="478"/>
          <ac:spMkLst>
            <pc:docMk/>
            <pc:sldMk cId="1113098101" sldId="323"/>
            <ac:spMk id="27" creationId="{D65E7FB6-B055-5320-F20C-9B3C829B6F16}"/>
          </ac:spMkLst>
        </pc:spChg>
        <pc:spChg chg="add del mod">
          <ac:chgData name="Garg, Jhanvi" userId="27d4af93-c45b-4f3c-9805-f02975bc97c9" providerId="ADAL" clId="{B69A08EE-4480-4BD7-8B61-9B95CCF88C17}" dt="2024-07-10T18:19:02.215" v="12861" actId="478"/>
          <ac:spMkLst>
            <pc:docMk/>
            <pc:sldMk cId="1113098101" sldId="323"/>
            <ac:spMk id="29" creationId="{14643FEF-291B-A5C8-2F29-C46FF4C8A2EF}"/>
          </ac:spMkLst>
        </pc:spChg>
        <pc:spChg chg="add del mod">
          <ac:chgData name="Garg, Jhanvi" userId="27d4af93-c45b-4f3c-9805-f02975bc97c9" providerId="ADAL" clId="{B69A08EE-4480-4BD7-8B61-9B95CCF88C17}" dt="2024-07-05T00:39:13.304" v="6289" actId="478"/>
          <ac:spMkLst>
            <pc:docMk/>
            <pc:sldMk cId="1113098101" sldId="323"/>
            <ac:spMk id="34" creationId="{89BC05D3-FCA9-7DF3-D127-19544300147E}"/>
          </ac:spMkLst>
        </pc:spChg>
        <pc:spChg chg="add del mod">
          <ac:chgData name="Garg, Jhanvi" userId="27d4af93-c45b-4f3c-9805-f02975bc97c9" providerId="ADAL" clId="{B69A08EE-4480-4BD7-8B61-9B95CCF88C17}" dt="2024-07-05T00:39:14.450" v="6290" actId="478"/>
          <ac:spMkLst>
            <pc:docMk/>
            <pc:sldMk cId="1113098101" sldId="323"/>
            <ac:spMk id="35" creationId="{8D5F49A0-BA59-B7E0-84A9-DBB258C88A88}"/>
          </ac:spMkLst>
        </pc:spChg>
        <pc:spChg chg="add del mod">
          <ac:chgData name="Garg, Jhanvi" userId="27d4af93-c45b-4f3c-9805-f02975bc97c9" providerId="ADAL" clId="{B69A08EE-4480-4BD7-8B61-9B95CCF88C17}" dt="2024-07-05T00:40:31.145" v="6355" actId="478"/>
          <ac:spMkLst>
            <pc:docMk/>
            <pc:sldMk cId="1113098101" sldId="323"/>
            <ac:spMk id="36" creationId="{D1548658-31D4-7996-0AE1-4EF63BFE84FE}"/>
          </ac:spMkLst>
        </pc:spChg>
        <pc:spChg chg="add del mod">
          <ac:chgData name="Garg, Jhanvi" userId="27d4af93-c45b-4f3c-9805-f02975bc97c9" providerId="ADAL" clId="{B69A08EE-4480-4BD7-8B61-9B95CCF88C17}" dt="2024-07-05T00:40:32.313" v="6356" actId="478"/>
          <ac:spMkLst>
            <pc:docMk/>
            <pc:sldMk cId="1113098101" sldId="323"/>
            <ac:spMk id="37" creationId="{5108E12F-662C-1CC7-EA49-511F5EC2A0FD}"/>
          </ac:spMkLst>
        </pc:spChg>
        <pc:spChg chg="add del mod">
          <ac:chgData name="Garg, Jhanvi" userId="27d4af93-c45b-4f3c-9805-f02975bc97c9" providerId="ADAL" clId="{B69A08EE-4480-4BD7-8B61-9B95CCF88C17}" dt="2024-07-10T18:18:35.451" v="12849" actId="478"/>
          <ac:spMkLst>
            <pc:docMk/>
            <pc:sldMk cId="1113098101" sldId="323"/>
            <ac:spMk id="39" creationId="{47E2D86F-56E8-8392-7E4D-80DE3EE3F99B}"/>
          </ac:spMkLst>
        </pc:spChg>
        <pc:spChg chg="add del mod">
          <ac:chgData name="Garg, Jhanvi" userId="27d4af93-c45b-4f3c-9805-f02975bc97c9" providerId="ADAL" clId="{B69A08EE-4480-4BD7-8B61-9B95CCF88C17}" dt="2024-07-10T18:18:36.788" v="12850" actId="478"/>
          <ac:spMkLst>
            <pc:docMk/>
            <pc:sldMk cId="1113098101" sldId="323"/>
            <ac:spMk id="40" creationId="{D8D1AB10-5C06-5599-925E-B3D4F1A0D3CA}"/>
          </ac:spMkLst>
        </pc:spChg>
        <pc:spChg chg="add del mod">
          <ac:chgData name="Garg, Jhanvi" userId="27d4af93-c45b-4f3c-9805-f02975bc97c9" providerId="ADAL" clId="{B69A08EE-4480-4BD7-8B61-9B95CCF88C17}" dt="2024-07-10T18:18:38.536" v="12851" actId="478"/>
          <ac:spMkLst>
            <pc:docMk/>
            <pc:sldMk cId="1113098101" sldId="323"/>
            <ac:spMk id="41" creationId="{DEFEF4EF-A73B-916A-5395-FF50106AD22B}"/>
          </ac:spMkLst>
        </pc:spChg>
        <pc:spChg chg="add del mod">
          <ac:chgData name="Garg, Jhanvi" userId="27d4af93-c45b-4f3c-9805-f02975bc97c9" providerId="ADAL" clId="{B69A08EE-4480-4BD7-8B61-9B95CCF88C17}" dt="2024-07-10T18:18:40.179" v="12852" actId="478"/>
          <ac:spMkLst>
            <pc:docMk/>
            <pc:sldMk cId="1113098101" sldId="323"/>
            <ac:spMk id="42" creationId="{19B2A424-BF05-9951-5D98-AA5DB1265A19}"/>
          </ac:spMkLst>
        </pc:spChg>
        <pc:spChg chg="add del mod">
          <ac:chgData name="Garg, Jhanvi" userId="27d4af93-c45b-4f3c-9805-f02975bc97c9" providerId="ADAL" clId="{B69A08EE-4480-4BD7-8B61-9B95CCF88C17}" dt="2024-07-10T18:18:55.941" v="12860" actId="478"/>
          <ac:spMkLst>
            <pc:docMk/>
            <pc:sldMk cId="1113098101" sldId="323"/>
            <ac:spMk id="45" creationId="{94E922A6-8F13-4D4C-F716-F02CFA26E7BE}"/>
          </ac:spMkLst>
        </pc:spChg>
        <pc:spChg chg="add mod">
          <ac:chgData name="Garg, Jhanvi" userId="27d4af93-c45b-4f3c-9805-f02975bc97c9" providerId="ADAL" clId="{B69A08EE-4480-4BD7-8B61-9B95CCF88C17}" dt="2024-07-10T18:23:24.964" v="12977" actId="14100"/>
          <ac:spMkLst>
            <pc:docMk/>
            <pc:sldMk cId="1113098101" sldId="323"/>
            <ac:spMk id="46" creationId="{E791AEEA-C5DB-D3DD-61FD-E5F52379A9E6}"/>
          </ac:spMkLst>
        </pc:spChg>
        <pc:graphicFrameChg chg="add del mod modGraphic">
          <ac:chgData name="Garg, Jhanvi" userId="27d4af93-c45b-4f3c-9805-f02975bc97c9" providerId="ADAL" clId="{B69A08EE-4480-4BD7-8B61-9B95CCF88C17}" dt="2024-07-10T18:21:50.538" v="12934" actId="14100"/>
          <ac:graphicFrameMkLst>
            <pc:docMk/>
            <pc:sldMk cId="1113098101" sldId="323"/>
            <ac:graphicFrameMk id="3" creationId="{9B13BF9D-FC6C-64E5-ACB5-2AB5086AB674}"/>
          </ac:graphicFrameMkLst>
        </pc:graphicFrameChg>
        <pc:cxnChg chg="add del mod">
          <ac:chgData name="Garg, Jhanvi" userId="27d4af93-c45b-4f3c-9805-f02975bc97c9" providerId="ADAL" clId="{B69A08EE-4480-4BD7-8B61-9B95CCF88C17}" dt="2024-07-10T18:20:53.391" v="12923" actId="478"/>
          <ac:cxnSpMkLst>
            <pc:docMk/>
            <pc:sldMk cId="1113098101" sldId="323"/>
            <ac:cxnSpMk id="8" creationId="{CEC34B0E-F7F5-B3E2-4314-473D632826A3}"/>
          </ac:cxnSpMkLst>
        </pc:cxnChg>
        <pc:cxnChg chg="add del mod">
          <ac:chgData name="Garg, Jhanvi" userId="27d4af93-c45b-4f3c-9805-f02975bc97c9" providerId="ADAL" clId="{B69A08EE-4480-4BD7-8B61-9B95CCF88C17}" dt="2024-07-10T18:20:57.928" v="12926" actId="478"/>
          <ac:cxnSpMkLst>
            <pc:docMk/>
            <pc:sldMk cId="1113098101" sldId="323"/>
            <ac:cxnSpMk id="10" creationId="{1327E353-1431-78A1-10F5-5A4D911736F4}"/>
          </ac:cxnSpMkLst>
        </pc:cxnChg>
        <pc:cxnChg chg="add del mod">
          <ac:chgData name="Garg, Jhanvi" userId="27d4af93-c45b-4f3c-9805-f02975bc97c9" providerId="ADAL" clId="{B69A08EE-4480-4BD7-8B61-9B95CCF88C17}" dt="2024-07-10T18:18:17.332" v="12839" actId="478"/>
          <ac:cxnSpMkLst>
            <pc:docMk/>
            <pc:sldMk cId="1113098101" sldId="323"/>
            <ac:cxnSpMk id="16" creationId="{809E08DD-E162-EE4B-7631-7635D6BD9255}"/>
          </ac:cxnSpMkLst>
        </pc:cxnChg>
        <pc:cxnChg chg="add del mod">
          <ac:chgData name="Garg, Jhanvi" userId="27d4af93-c45b-4f3c-9805-f02975bc97c9" providerId="ADAL" clId="{B69A08EE-4480-4BD7-8B61-9B95CCF88C17}" dt="2024-07-10T18:18:46.079" v="12856" actId="478"/>
          <ac:cxnSpMkLst>
            <pc:docMk/>
            <pc:sldMk cId="1113098101" sldId="323"/>
            <ac:cxnSpMk id="17" creationId="{53228EDC-1303-9C6B-AC72-67E6612B66D8}"/>
          </ac:cxnSpMkLst>
        </pc:cxnChg>
        <pc:cxnChg chg="add del mod">
          <ac:chgData name="Garg, Jhanvi" userId="27d4af93-c45b-4f3c-9805-f02975bc97c9" providerId="ADAL" clId="{B69A08EE-4480-4BD7-8B61-9B95CCF88C17}" dt="2024-07-10T18:18:26.184" v="12844" actId="478"/>
          <ac:cxnSpMkLst>
            <pc:docMk/>
            <pc:sldMk cId="1113098101" sldId="323"/>
            <ac:cxnSpMk id="18" creationId="{263A729D-2E73-13AB-238D-30E225CD2D9E}"/>
          </ac:cxnSpMkLst>
        </pc:cxnChg>
        <pc:cxnChg chg="add del mod">
          <ac:chgData name="Garg, Jhanvi" userId="27d4af93-c45b-4f3c-9805-f02975bc97c9" providerId="ADAL" clId="{B69A08EE-4480-4BD7-8B61-9B95CCF88C17}" dt="2024-07-10T18:18:21.758" v="12842" actId="478"/>
          <ac:cxnSpMkLst>
            <pc:docMk/>
            <pc:sldMk cId="1113098101" sldId="323"/>
            <ac:cxnSpMk id="23" creationId="{A18E703F-105F-EF4D-2F40-09058478617B}"/>
          </ac:cxnSpMkLst>
        </pc:cxnChg>
        <pc:cxnChg chg="add del mod">
          <ac:chgData name="Garg, Jhanvi" userId="27d4af93-c45b-4f3c-9805-f02975bc97c9" providerId="ADAL" clId="{B69A08EE-4480-4BD7-8B61-9B95CCF88C17}" dt="2024-07-05T00:37:27.753" v="6238"/>
          <ac:cxnSpMkLst>
            <pc:docMk/>
            <pc:sldMk cId="1113098101" sldId="323"/>
            <ac:cxnSpMk id="25" creationId="{5C4FE40D-0D87-69D3-FDF9-0381604B9790}"/>
          </ac:cxnSpMkLst>
        </pc:cxnChg>
        <pc:cxnChg chg="add del mod">
          <ac:chgData name="Garg, Jhanvi" userId="27d4af93-c45b-4f3c-9805-f02975bc97c9" providerId="ADAL" clId="{B69A08EE-4480-4BD7-8B61-9B95CCF88C17}" dt="2024-07-10T18:18:32.425" v="12847" actId="478"/>
          <ac:cxnSpMkLst>
            <pc:docMk/>
            <pc:sldMk cId="1113098101" sldId="323"/>
            <ac:cxnSpMk id="30" creationId="{0FDF2F2A-313A-5D5F-2D8A-E577A5D6D77E}"/>
          </ac:cxnSpMkLst>
        </pc:cxnChg>
        <pc:cxnChg chg="add del mod">
          <ac:chgData name="Garg, Jhanvi" userId="27d4af93-c45b-4f3c-9805-f02975bc97c9" providerId="ADAL" clId="{B69A08EE-4480-4BD7-8B61-9B95CCF88C17}" dt="2024-07-10T18:18:34.325" v="12848" actId="478"/>
          <ac:cxnSpMkLst>
            <pc:docMk/>
            <pc:sldMk cId="1113098101" sldId="323"/>
            <ac:cxnSpMk id="31" creationId="{EEC4930C-3C48-DF68-62AC-E3684304EAB1}"/>
          </ac:cxnSpMkLst>
        </pc:cxnChg>
        <pc:cxnChg chg="add del mod">
          <ac:chgData name="Garg, Jhanvi" userId="27d4af93-c45b-4f3c-9805-f02975bc97c9" providerId="ADAL" clId="{B69A08EE-4480-4BD7-8B61-9B95CCF88C17}" dt="2024-07-10T18:18:41.087" v="12853" actId="478"/>
          <ac:cxnSpMkLst>
            <pc:docMk/>
            <pc:sldMk cId="1113098101" sldId="323"/>
            <ac:cxnSpMk id="43" creationId="{FEE6CBBB-A9AD-D7DB-4C3B-FD35EBCAC47B}"/>
          </ac:cxnSpMkLst>
        </pc:cxnChg>
        <pc:cxnChg chg="add del mod">
          <ac:chgData name="Garg, Jhanvi" userId="27d4af93-c45b-4f3c-9805-f02975bc97c9" providerId="ADAL" clId="{B69A08EE-4480-4BD7-8B61-9B95CCF88C17}" dt="2024-07-10T18:18:43.419" v="12854" actId="478"/>
          <ac:cxnSpMkLst>
            <pc:docMk/>
            <pc:sldMk cId="1113098101" sldId="323"/>
            <ac:cxnSpMk id="44" creationId="{8B7A6563-922B-4DA4-5AB5-7BE6CAE83BF1}"/>
          </ac:cxnSpMkLst>
        </pc:cxnChg>
      </pc:sldChg>
      <pc:sldChg chg="add del">
        <pc:chgData name="Garg, Jhanvi" userId="27d4af93-c45b-4f3c-9805-f02975bc97c9" providerId="ADAL" clId="{B69A08EE-4480-4BD7-8B61-9B95CCF88C17}" dt="2024-07-04T23:35:56.474" v="5285" actId="47"/>
        <pc:sldMkLst>
          <pc:docMk/>
          <pc:sldMk cId="3107983310" sldId="323"/>
        </pc:sldMkLst>
      </pc:sldChg>
      <pc:sldChg chg="add del">
        <pc:chgData name="Garg, Jhanvi" userId="27d4af93-c45b-4f3c-9805-f02975bc97c9" providerId="ADAL" clId="{B69A08EE-4480-4BD7-8B61-9B95CCF88C17}" dt="2024-07-05T00:06:17.540" v="5844" actId="47"/>
        <pc:sldMkLst>
          <pc:docMk/>
          <pc:sldMk cId="3830405419" sldId="323"/>
        </pc:sldMkLst>
      </pc:sldChg>
      <pc:sldChg chg="addSp delSp modSp new del mod">
        <pc:chgData name="Garg, Jhanvi" userId="27d4af93-c45b-4f3c-9805-f02975bc97c9" providerId="ADAL" clId="{B69A08EE-4480-4BD7-8B61-9B95CCF88C17}" dt="2024-07-05T00:01:18.510" v="5820" actId="47"/>
        <pc:sldMkLst>
          <pc:docMk/>
          <pc:sldMk cId="4157195097" sldId="323"/>
        </pc:sldMkLst>
        <pc:spChg chg="del">
          <ac:chgData name="Garg, Jhanvi" userId="27d4af93-c45b-4f3c-9805-f02975bc97c9" providerId="ADAL" clId="{B69A08EE-4480-4BD7-8B61-9B95CCF88C17}" dt="2024-07-04T23:58:00.381" v="5500" actId="478"/>
          <ac:spMkLst>
            <pc:docMk/>
            <pc:sldMk cId="4157195097" sldId="323"/>
            <ac:spMk id="3" creationId="{41B4B8FD-7C7E-3AAB-FE2F-2489847BB77D}"/>
          </ac:spMkLst>
        </pc:spChg>
        <pc:spChg chg="del">
          <ac:chgData name="Garg, Jhanvi" userId="27d4af93-c45b-4f3c-9805-f02975bc97c9" providerId="ADAL" clId="{B69A08EE-4480-4BD7-8B61-9B95CCF88C17}" dt="2024-07-04T23:55:12.547" v="5493" actId="478"/>
          <ac:spMkLst>
            <pc:docMk/>
            <pc:sldMk cId="4157195097" sldId="323"/>
            <ac:spMk id="4" creationId="{CAF963DB-7532-46D6-F79F-0F76906093F4}"/>
          </ac:spMkLst>
        </pc:spChg>
        <pc:spChg chg="del mod">
          <ac:chgData name="Garg, Jhanvi" userId="27d4af93-c45b-4f3c-9805-f02975bc97c9" providerId="ADAL" clId="{B69A08EE-4480-4BD7-8B61-9B95CCF88C17}" dt="2024-07-04T23:55:20.007" v="5496" actId="478"/>
          <ac:spMkLst>
            <pc:docMk/>
            <pc:sldMk cId="4157195097" sldId="323"/>
            <ac:spMk id="5" creationId="{4EB5C9C1-49CB-E68D-51C4-84D54E24F29D}"/>
          </ac:spMkLst>
        </pc:spChg>
        <pc:spChg chg="add mod">
          <ac:chgData name="Garg, Jhanvi" userId="27d4af93-c45b-4f3c-9805-f02975bc97c9" providerId="ADAL" clId="{B69A08EE-4480-4BD7-8B61-9B95CCF88C17}" dt="2024-07-05T00:01:16.563" v="5819" actId="20577"/>
          <ac:spMkLst>
            <pc:docMk/>
            <pc:sldMk cId="4157195097" sldId="323"/>
            <ac:spMk id="8" creationId="{A79AC0B4-F8F8-3B26-025F-F6636412FC8D}"/>
          </ac:spMkLst>
        </pc:spChg>
        <pc:picChg chg="add del mod">
          <ac:chgData name="Garg, Jhanvi" userId="27d4af93-c45b-4f3c-9805-f02975bc97c9" providerId="ADAL" clId="{B69A08EE-4480-4BD7-8B61-9B95CCF88C17}" dt="2024-07-05T00:01:13.190" v="5818" actId="478"/>
          <ac:picMkLst>
            <pc:docMk/>
            <pc:sldMk cId="4157195097" sldId="323"/>
            <ac:picMk id="7" creationId="{C73547B4-1171-336D-E2F1-F1C48C83CAC8}"/>
          </ac:picMkLst>
        </pc:picChg>
        <pc:picChg chg="add del">
          <ac:chgData name="Garg, Jhanvi" userId="27d4af93-c45b-4f3c-9805-f02975bc97c9" providerId="ADAL" clId="{B69A08EE-4480-4BD7-8B61-9B95CCF88C17}" dt="2024-07-04T23:58:49.175" v="5503" actId="22"/>
          <ac:picMkLst>
            <pc:docMk/>
            <pc:sldMk cId="4157195097" sldId="323"/>
            <ac:picMk id="10" creationId="{64D2D041-8C00-84CE-E33C-D02F53F6D980}"/>
          </ac:picMkLst>
        </pc:picChg>
      </pc:sldChg>
      <pc:sldChg chg="addSp delSp modSp add mod ord">
        <pc:chgData name="Garg, Jhanvi" userId="27d4af93-c45b-4f3c-9805-f02975bc97c9" providerId="ADAL" clId="{B69A08EE-4480-4BD7-8B61-9B95CCF88C17}" dt="2024-07-10T19:29:47.232" v="16100" actId="1076"/>
        <pc:sldMkLst>
          <pc:docMk/>
          <pc:sldMk cId="3705218999" sldId="324"/>
        </pc:sldMkLst>
        <pc:spChg chg="del">
          <ac:chgData name="Garg, Jhanvi" userId="27d4af93-c45b-4f3c-9805-f02975bc97c9" providerId="ADAL" clId="{B69A08EE-4480-4BD7-8B61-9B95CCF88C17}" dt="2024-07-05T05:03:43.065" v="7731" actId="478"/>
          <ac:spMkLst>
            <pc:docMk/>
            <pc:sldMk cId="3705218999" sldId="324"/>
            <ac:spMk id="3" creationId="{78B48993-0A9E-4495-0AA8-32A0FDDE2D59}"/>
          </ac:spMkLst>
        </pc:spChg>
        <pc:spChg chg="add del mod">
          <ac:chgData name="Garg, Jhanvi" userId="27d4af93-c45b-4f3c-9805-f02975bc97c9" providerId="ADAL" clId="{B69A08EE-4480-4BD7-8B61-9B95CCF88C17}" dt="2024-07-10T19:05:57.167" v="14631" actId="21"/>
          <ac:spMkLst>
            <pc:docMk/>
            <pc:sldMk cId="3705218999" sldId="324"/>
            <ac:spMk id="3" creationId="{F7DA55D8-411A-F4F9-99DD-4AB37BBF8A3D}"/>
          </ac:spMkLst>
        </pc:spChg>
        <pc:spChg chg="mod">
          <ac:chgData name="Garg, Jhanvi" userId="27d4af93-c45b-4f3c-9805-f02975bc97c9" providerId="ADAL" clId="{B69A08EE-4480-4BD7-8B61-9B95CCF88C17}" dt="2024-07-10T19:25:15.263" v="15666" actId="20577"/>
          <ac:spMkLst>
            <pc:docMk/>
            <pc:sldMk cId="3705218999" sldId="324"/>
            <ac:spMk id="4" creationId="{6975CF25-4BD7-68B8-7983-5BF7673A5F29}"/>
          </ac:spMkLst>
        </pc:spChg>
        <pc:spChg chg="del">
          <ac:chgData name="Garg, Jhanvi" userId="27d4af93-c45b-4f3c-9805-f02975bc97c9" providerId="ADAL" clId="{B69A08EE-4480-4BD7-8B61-9B95CCF88C17}" dt="2024-07-05T01:13:17.326" v="6862" actId="478"/>
          <ac:spMkLst>
            <pc:docMk/>
            <pc:sldMk cId="3705218999" sldId="324"/>
            <ac:spMk id="5" creationId="{2A8EDF04-F75F-D62B-A991-8E518A9B7074}"/>
          </ac:spMkLst>
        </pc:spChg>
        <pc:spChg chg="add mod">
          <ac:chgData name="Garg, Jhanvi" userId="27d4af93-c45b-4f3c-9805-f02975bc97c9" providerId="ADAL" clId="{B69A08EE-4480-4BD7-8B61-9B95CCF88C17}" dt="2024-07-10T19:23:21.004" v="15367" actId="255"/>
          <ac:spMkLst>
            <pc:docMk/>
            <pc:sldMk cId="3705218999" sldId="324"/>
            <ac:spMk id="5" creationId="{8B28BB03-6BD7-6433-1769-BBBC7DE789E9}"/>
          </ac:spMkLst>
        </pc:spChg>
        <pc:spChg chg="del">
          <ac:chgData name="Garg, Jhanvi" userId="27d4af93-c45b-4f3c-9805-f02975bc97c9" providerId="ADAL" clId="{B69A08EE-4480-4BD7-8B61-9B95CCF88C17}" dt="2024-07-05T01:13:22.760" v="6865" actId="478"/>
          <ac:spMkLst>
            <pc:docMk/>
            <pc:sldMk cId="3705218999" sldId="324"/>
            <ac:spMk id="6" creationId="{120B3CE7-5411-5FC0-169A-DBE3AD0B0DE0}"/>
          </ac:spMkLst>
        </pc:spChg>
        <pc:spChg chg="add del mod">
          <ac:chgData name="Garg, Jhanvi" userId="27d4af93-c45b-4f3c-9805-f02975bc97c9" providerId="ADAL" clId="{B69A08EE-4480-4BD7-8B61-9B95CCF88C17}" dt="2024-07-05T01:13:19.307" v="6864" actId="478"/>
          <ac:spMkLst>
            <pc:docMk/>
            <pc:sldMk cId="3705218999" sldId="324"/>
            <ac:spMk id="9" creationId="{A8A1599E-CBE8-6ABF-4A61-6FC0B308789B}"/>
          </ac:spMkLst>
        </pc:spChg>
        <pc:spChg chg="add mod">
          <ac:chgData name="Garg, Jhanvi" userId="27d4af93-c45b-4f3c-9805-f02975bc97c9" providerId="ADAL" clId="{B69A08EE-4480-4BD7-8B61-9B95CCF88C17}" dt="2024-07-10T19:23:14.969" v="15366" actId="255"/>
          <ac:spMkLst>
            <pc:docMk/>
            <pc:sldMk cId="3705218999" sldId="324"/>
            <ac:spMk id="9" creationId="{DB51FE00-430B-9845-3598-8FBA2FF2D702}"/>
          </ac:spMkLst>
        </pc:spChg>
        <pc:spChg chg="add del mod">
          <ac:chgData name="Garg, Jhanvi" userId="27d4af93-c45b-4f3c-9805-f02975bc97c9" providerId="ADAL" clId="{B69A08EE-4480-4BD7-8B61-9B95CCF88C17}" dt="2024-07-10T19:07:36.603" v="14648" actId="478"/>
          <ac:spMkLst>
            <pc:docMk/>
            <pc:sldMk cId="3705218999" sldId="324"/>
            <ac:spMk id="12" creationId="{7EEE4A8C-ADE1-A433-20FC-3659A36AA20A}"/>
          </ac:spMkLst>
        </pc:spChg>
        <pc:spChg chg="add mod">
          <ac:chgData name="Garg, Jhanvi" userId="27d4af93-c45b-4f3c-9805-f02975bc97c9" providerId="ADAL" clId="{B69A08EE-4480-4BD7-8B61-9B95CCF88C17}" dt="2024-07-10T19:23:34.185" v="15370" actId="14100"/>
          <ac:spMkLst>
            <pc:docMk/>
            <pc:sldMk cId="3705218999" sldId="324"/>
            <ac:spMk id="13" creationId="{B8343E37-FCC0-78AD-4C10-E41DCE76340A}"/>
          </ac:spMkLst>
        </pc:spChg>
        <pc:spChg chg="add del mod">
          <ac:chgData name="Garg, Jhanvi" userId="27d4af93-c45b-4f3c-9805-f02975bc97c9" providerId="ADAL" clId="{B69A08EE-4480-4BD7-8B61-9B95CCF88C17}" dt="2024-07-10T19:05:40.122" v="14625" actId="21"/>
          <ac:spMkLst>
            <pc:docMk/>
            <pc:sldMk cId="3705218999" sldId="324"/>
            <ac:spMk id="17" creationId="{F36E9604-C3CB-54AD-43C5-8857BBE375C3}"/>
          </ac:spMkLst>
        </pc:spChg>
        <pc:spChg chg="add del">
          <ac:chgData name="Garg, Jhanvi" userId="27d4af93-c45b-4f3c-9805-f02975bc97c9" providerId="ADAL" clId="{B69A08EE-4480-4BD7-8B61-9B95CCF88C17}" dt="2024-07-10T19:05:51.182" v="14628" actId="21"/>
          <ac:spMkLst>
            <pc:docMk/>
            <pc:sldMk cId="3705218999" sldId="324"/>
            <ac:spMk id="18" creationId="{A4E5CAF7-781C-43EF-CA15-5134A5EBDC2E}"/>
          </ac:spMkLst>
        </pc:spChg>
        <pc:spChg chg="add del mod">
          <ac:chgData name="Garg, Jhanvi" userId="27d4af93-c45b-4f3c-9805-f02975bc97c9" providerId="ADAL" clId="{B69A08EE-4480-4BD7-8B61-9B95CCF88C17}" dt="2024-07-10T19:06:35.736" v="14639" actId="478"/>
          <ac:spMkLst>
            <pc:docMk/>
            <pc:sldMk cId="3705218999" sldId="324"/>
            <ac:spMk id="19" creationId="{8A17AF85-9A68-B9BF-0165-947A9CF452A7}"/>
          </ac:spMkLst>
        </pc:spChg>
        <pc:spChg chg="add del mod">
          <ac:chgData name="Garg, Jhanvi" userId="27d4af93-c45b-4f3c-9805-f02975bc97c9" providerId="ADAL" clId="{B69A08EE-4480-4BD7-8B61-9B95CCF88C17}" dt="2024-07-10T19:06:05.755" v="14633" actId="21"/>
          <ac:spMkLst>
            <pc:docMk/>
            <pc:sldMk cId="3705218999" sldId="324"/>
            <ac:spMk id="20" creationId="{0E550B62-AA00-05AD-5C3C-CC58A1E45B8F}"/>
          </ac:spMkLst>
        </pc:spChg>
        <pc:spChg chg="add del mod">
          <ac:chgData name="Garg, Jhanvi" userId="27d4af93-c45b-4f3c-9805-f02975bc97c9" providerId="ADAL" clId="{B69A08EE-4480-4BD7-8B61-9B95CCF88C17}" dt="2024-07-10T19:06:22.775" v="14636" actId="478"/>
          <ac:spMkLst>
            <pc:docMk/>
            <pc:sldMk cId="3705218999" sldId="324"/>
            <ac:spMk id="21" creationId="{EE88ACC1-33AD-586A-06FE-B9E92C75AD8F}"/>
          </ac:spMkLst>
        </pc:spChg>
        <pc:spChg chg="add del mod">
          <ac:chgData name="Garg, Jhanvi" userId="27d4af93-c45b-4f3c-9805-f02975bc97c9" providerId="ADAL" clId="{B69A08EE-4480-4BD7-8B61-9B95CCF88C17}" dt="2024-07-10T19:06:30.780" v="14637" actId="478"/>
          <ac:spMkLst>
            <pc:docMk/>
            <pc:sldMk cId="3705218999" sldId="324"/>
            <ac:spMk id="22" creationId="{92509FD0-B479-C44C-31C0-14F1C7B78A76}"/>
          </ac:spMkLst>
        </pc:spChg>
        <pc:spChg chg="add mod">
          <ac:chgData name="Garg, Jhanvi" userId="27d4af93-c45b-4f3c-9805-f02975bc97c9" providerId="ADAL" clId="{B69A08EE-4480-4BD7-8B61-9B95CCF88C17}" dt="2024-07-10T19:20:07.077" v="15227" actId="27636"/>
          <ac:spMkLst>
            <pc:docMk/>
            <pc:sldMk cId="3705218999" sldId="324"/>
            <ac:spMk id="28" creationId="{A4792690-BBE2-D362-DBAF-78BA2075F453}"/>
          </ac:spMkLst>
        </pc:spChg>
        <pc:spChg chg="add mod">
          <ac:chgData name="Garg, Jhanvi" userId="27d4af93-c45b-4f3c-9805-f02975bc97c9" providerId="ADAL" clId="{B69A08EE-4480-4BD7-8B61-9B95CCF88C17}" dt="2024-07-10T19:20:13.633" v="15228" actId="767"/>
          <ac:spMkLst>
            <pc:docMk/>
            <pc:sldMk cId="3705218999" sldId="324"/>
            <ac:spMk id="29" creationId="{11892E70-9565-C3AD-1821-42C9574B4787}"/>
          </ac:spMkLst>
        </pc:spChg>
        <pc:spChg chg="add mod">
          <ac:chgData name="Garg, Jhanvi" userId="27d4af93-c45b-4f3c-9805-f02975bc97c9" providerId="ADAL" clId="{B69A08EE-4480-4BD7-8B61-9B95CCF88C17}" dt="2024-07-10T19:22:16.386" v="15333" actId="255"/>
          <ac:spMkLst>
            <pc:docMk/>
            <pc:sldMk cId="3705218999" sldId="324"/>
            <ac:spMk id="31" creationId="{A17E823B-0E90-8B2A-70AC-B3EC6F7EEBF2}"/>
          </ac:spMkLst>
        </pc:spChg>
        <pc:spChg chg="add mod">
          <ac:chgData name="Garg, Jhanvi" userId="27d4af93-c45b-4f3c-9805-f02975bc97c9" providerId="ADAL" clId="{B69A08EE-4480-4BD7-8B61-9B95CCF88C17}" dt="2024-07-10T19:29:47.232" v="16100" actId="1076"/>
          <ac:spMkLst>
            <pc:docMk/>
            <pc:sldMk cId="3705218999" sldId="324"/>
            <ac:spMk id="32" creationId="{D2E5C26A-8EE2-FB84-78CC-0110C95EA8F6}"/>
          </ac:spMkLst>
        </pc:spChg>
        <pc:spChg chg="add mod">
          <ac:chgData name="Garg, Jhanvi" userId="27d4af93-c45b-4f3c-9805-f02975bc97c9" providerId="ADAL" clId="{B69A08EE-4480-4BD7-8B61-9B95CCF88C17}" dt="2024-07-10T19:23:44.740" v="15372" actId="255"/>
          <ac:spMkLst>
            <pc:docMk/>
            <pc:sldMk cId="3705218999" sldId="324"/>
            <ac:spMk id="34" creationId="{41B1ECF6-B6FF-2216-0B1C-5A6F59B24276}"/>
          </ac:spMkLst>
        </pc:spChg>
        <pc:spChg chg="add mod">
          <ac:chgData name="Garg, Jhanvi" userId="27d4af93-c45b-4f3c-9805-f02975bc97c9" providerId="ADAL" clId="{B69A08EE-4480-4BD7-8B61-9B95CCF88C17}" dt="2024-07-10T19:24:30.584" v="15524" actId="1076"/>
          <ac:spMkLst>
            <pc:docMk/>
            <pc:sldMk cId="3705218999" sldId="324"/>
            <ac:spMk id="38" creationId="{22E6E20C-8AD8-D859-88A5-BE4FAFE24262}"/>
          </ac:spMkLst>
        </pc:spChg>
        <pc:spChg chg="add mod">
          <ac:chgData name="Garg, Jhanvi" userId="27d4af93-c45b-4f3c-9805-f02975bc97c9" providerId="ADAL" clId="{B69A08EE-4480-4BD7-8B61-9B95CCF88C17}" dt="2024-07-10T19:29:39.772" v="16099" actId="1076"/>
          <ac:spMkLst>
            <pc:docMk/>
            <pc:sldMk cId="3705218999" sldId="324"/>
            <ac:spMk id="39" creationId="{B5A67A7A-E13E-5486-3D8E-EE414A89166A}"/>
          </ac:spMkLst>
        </pc:spChg>
        <pc:spChg chg="add del mod">
          <ac:chgData name="Garg, Jhanvi" userId="27d4af93-c45b-4f3c-9805-f02975bc97c9" providerId="ADAL" clId="{B69A08EE-4480-4BD7-8B61-9B95CCF88C17}" dt="2024-07-10T19:28:01.255" v="15978"/>
          <ac:spMkLst>
            <pc:docMk/>
            <pc:sldMk cId="3705218999" sldId="324"/>
            <ac:spMk id="40" creationId="{2F402D39-0811-8C40-8B51-33C89DC6FFE6}"/>
          </ac:spMkLst>
        </pc:spChg>
        <pc:spChg chg="add del mod">
          <ac:chgData name="Garg, Jhanvi" userId="27d4af93-c45b-4f3c-9805-f02975bc97c9" providerId="ADAL" clId="{B69A08EE-4480-4BD7-8B61-9B95CCF88C17}" dt="2024-07-10T19:28:08.322" v="15981"/>
          <ac:spMkLst>
            <pc:docMk/>
            <pc:sldMk cId="3705218999" sldId="324"/>
            <ac:spMk id="41" creationId="{63076E6E-DD34-514A-A08F-8FDB15A58834}"/>
          </ac:spMkLst>
        </pc:spChg>
        <pc:picChg chg="add del mod">
          <ac:chgData name="Garg, Jhanvi" userId="27d4af93-c45b-4f3c-9805-f02975bc97c9" providerId="ADAL" clId="{B69A08EE-4480-4BD7-8B61-9B95CCF88C17}" dt="2024-07-10T19:07:21.171" v="14644" actId="478"/>
          <ac:picMkLst>
            <pc:docMk/>
            <pc:sldMk cId="3705218999" sldId="324"/>
            <ac:picMk id="11" creationId="{8AF7ECBF-8215-2950-36B4-65AA48E8E40E}"/>
          </ac:picMkLst>
        </pc:picChg>
        <pc:picChg chg="add del mod">
          <ac:chgData name="Garg, Jhanvi" userId="27d4af93-c45b-4f3c-9805-f02975bc97c9" providerId="ADAL" clId="{B69A08EE-4480-4BD7-8B61-9B95CCF88C17}" dt="2024-07-05T01:23:27.130" v="7173" actId="478"/>
          <ac:picMkLst>
            <pc:docMk/>
            <pc:sldMk cId="3705218999" sldId="324"/>
            <ac:picMk id="14" creationId="{C0F32B9F-AC71-1BBE-25DA-A33C557E4757}"/>
          </ac:picMkLst>
        </pc:picChg>
        <pc:picChg chg="add del mod">
          <ac:chgData name="Garg, Jhanvi" userId="27d4af93-c45b-4f3c-9805-f02975bc97c9" providerId="ADAL" clId="{B69A08EE-4480-4BD7-8B61-9B95CCF88C17}" dt="2024-07-10T19:07:19.787" v="14643" actId="478"/>
          <ac:picMkLst>
            <pc:docMk/>
            <pc:sldMk cId="3705218999" sldId="324"/>
            <ac:picMk id="16" creationId="{1C3716DD-21B8-9E8B-03A5-123118C95F0C}"/>
          </ac:picMkLst>
        </pc:picChg>
        <pc:cxnChg chg="add mod">
          <ac:chgData name="Garg, Jhanvi" userId="27d4af93-c45b-4f3c-9805-f02975bc97c9" providerId="ADAL" clId="{B69A08EE-4480-4BD7-8B61-9B95CCF88C17}" dt="2024-07-10T19:19:28.053" v="15221" actId="14100"/>
          <ac:cxnSpMkLst>
            <pc:docMk/>
            <pc:sldMk cId="3705218999" sldId="324"/>
            <ac:cxnSpMk id="8" creationId="{E2C31894-7FDA-677A-1718-C17FDC907461}"/>
          </ac:cxnSpMkLst>
        </pc:cxnChg>
        <pc:cxnChg chg="add mod">
          <ac:chgData name="Garg, Jhanvi" userId="27d4af93-c45b-4f3c-9805-f02975bc97c9" providerId="ADAL" clId="{B69A08EE-4480-4BD7-8B61-9B95CCF88C17}" dt="2024-07-10T19:23:34.185" v="15370" actId="14100"/>
          <ac:cxnSpMkLst>
            <pc:docMk/>
            <pc:sldMk cId="3705218999" sldId="324"/>
            <ac:cxnSpMk id="10" creationId="{59922D59-06A9-83CE-DC82-81E622DAFAD8}"/>
          </ac:cxnSpMkLst>
        </pc:cxnChg>
        <pc:cxnChg chg="add mod">
          <ac:chgData name="Garg, Jhanvi" userId="27d4af93-c45b-4f3c-9805-f02975bc97c9" providerId="ADAL" clId="{B69A08EE-4480-4BD7-8B61-9B95CCF88C17}" dt="2024-07-10T19:22:52.924" v="15353" actId="1076"/>
          <ac:cxnSpMkLst>
            <pc:docMk/>
            <pc:sldMk cId="3705218999" sldId="324"/>
            <ac:cxnSpMk id="33" creationId="{A14B893D-070B-5ADE-7DE2-B79B34E24992}"/>
          </ac:cxnSpMkLst>
        </pc:cxnChg>
        <pc:cxnChg chg="add mod">
          <ac:chgData name="Garg, Jhanvi" userId="27d4af93-c45b-4f3c-9805-f02975bc97c9" providerId="ADAL" clId="{B69A08EE-4480-4BD7-8B61-9B95CCF88C17}" dt="2024-07-10T19:24:19.702" v="15520" actId="1076"/>
          <ac:cxnSpMkLst>
            <pc:docMk/>
            <pc:sldMk cId="3705218999" sldId="324"/>
            <ac:cxnSpMk id="36" creationId="{5D559EBA-EBF3-A55F-37D4-22E5E58C233E}"/>
          </ac:cxnSpMkLst>
        </pc:cxnChg>
        <pc:cxnChg chg="add del mod">
          <ac:chgData name="Garg, Jhanvi" userId="27d4af93-c45b-4f3c-9805-f02975bc97c9" providerId="ADAL" clId="{B69A08EE-4480-4BD7-8B61-9B95CCF88C17}" dt="2024-07-10T19:24:23.997" v="15522"/>
          <ac:cxnSpMkLst>
            <pc:docMk/>
            <pc:sldMk cId="3705218999" sldId="324"/>
            <ac:cxnSpMk id="37" creationId="{83C1FD6A-4537-FAC2-4AD9-F6FC2FB23147}"/>
          </ac:cxnSpMkLst>
        </pc:cxnChg>
      </pc:sldChg>
      <pc:sldChg chg="addSp delSp modSp add mod">
        <pc:chgData name="Garg, Jhanvi" userId="27d4af93-c45b-4f3c-9805-f02975bc97c9" providerId="ADAL" clId="{B69A08EE-4480-4BD7-8B61-9B95CCF88C17}" dt="2024-07-10T20:36:19.242" v="16772" actId="1076"/>
        <pc:sldMkLst>
          <pc:docMk/>
          <pc:sldMk cId="851122320" sldId="325"/>
        </pc:sldMkLst>
        <pc:spChg chg="del mod">
          <ac:chgData name="Garg, Jhanvi" userId="27d4af93-c45b-4f3c-9805-f02975bc97c9" providerId="ADAL" clId="{B69A08EE-4480-4BD7-8B61-9B95CCF88C17}" dt="2024-07-10T20:27:24.903" v="16592" actId="478"/>
          <ac:spMkLst>
            <pc:docMk/>
            <pc:sldMk cId="851122320" sldId="325"/>
            <ac:spMk id="3" creationId="{78B48993-0A9E-4495-0AA8-32A0FDDE2D59}"/>
          </ac:spMkLst>
        </pc:spChg>
        <pc:spChg chg="del mod">
          <ac:chgData name="Garg, Jhanvi" userId="27d4af93-c45b-4f3c-9805-f02975bc97c9" providerId="ADAL" clId="{B69A08EE-4480-4BD7-8B61-9B95CCF88C17}" dt="2024-07-10T20:25:23.994" v="16528" actId="478"/>
          <ac:spMkLst>
            <pc:docMk/>
            <pc:sldMk cId="851122320" sldId="325"/>
            <ac:spMk id="4" creationId="{6975CF25-4BD7-68B8-7983-5BF7673A5F29}"/>
          </ac:spMkLst>
        </pc:spChg>
        <pc:spChg chg="add mod">
          <ac:chgData name="Garg, Jhanvi" userId="27d4af93-c45b-4f3c-9805-f02975bc97c9" providerId="ADAL" clId="{B69A08EE-4480-4BD7-8B61-9B95CCF88C17}" dt="2024-07-10T20:23:59.326" v="16506" actId="1076"/>
          <ac:spMkLst>
            <pc:docMk/>
            <pc:sldMk cId="851122320" sldId="325"/>
            <ac:spMk id="5" creationId="{95790590-E024-710A-8B0F-944CB6BB40CC}"/>
          </ac:spMkLst>
        </pc:spChg>
        <pc:spChg chg="add del mod">
          <ac:chgData name="Garg, Jhanvi" userId="27d4af93-c45b-4f3c-9805-f02975bc97c9" providerId="ADAL" clId="{B69A08EE-4480-4BD7-8B61-9B95CCF88C17}" dt="2024-07-10T19:55:17.465" v="16367"/>
          <ac:spMkLst>
            <pc:docMk/>
            <pc:sldMk cId="851122320" sldId="325"/>
            <ac:spMk id="6" creationId="{16E49B01-62F1-E188-F4B7-0451479016B2}"/>
          </ac:spMkLst>
        </pc:spChg>
        <pc:spChg chg="add del mod">
          <ac:chgData name="Garg, Jhanvi" userId="27d4af93-c45b-4f3c-9805-f02975bc97c9" providerId="ADAL" clId="{B69A08EE-4480-4BD7-8B61-9B95CCF88C17}" dt="2024-07-10T19:55:17.279" v="16366"/>
          <ac:spMkLst>
            <pc:docMk/>
            <pc:sldMk cId="851122320" sldId="325"/>
            <ac:spMk id="8" creationId="{5C3C82D4-2EC1-16C9-F591-94C3C9181569}"/>
          </ac:spMkLst>
        </pc:spChg>
        <pc:spChg chg="add del mod">
          <ac:chgData name="Garg, Jhanvi" userId="27d4af93-c45b-4f3c-9805-f02975bc97c9" providerId="ADAL" clId="{B69A08EE-4480-4BD7-8B61-9B95CCF88C17}" dt="2024-07-10T19:55:17.105" v="16365"/>
          <ac:spMkLst>
            <pc:docMk/>
            <pc:sldMk cId="851122320" sldId="325"/>
            <ac:spMk id="9" creationId="{D68562F3-6D97-0129-A7E9-6424E30CE8AE}"/>
          </ac:spMkLst>
        </pc:spChg>
        <pc:spChg chg="add del mod">
          <ac:chgData name="Garg, Jhanvi" userId="27d4af93-c45b-4f3c-9805-f02975bc97c9" providerId="ADAL" clId="{B69A08EE-4480-4BD7-8B61-9B95CCF88C17}" dt="2024-07-10T19:55:16.919" v="16364"/>
          <ac:spMkLst>
            <pc:docMk/>
            <pc:sldMk cId="851122320" sldId="325"/>
            <ac:spMk id="10" creationId="{EC936F9C-5317-396A-7235-EEBE6C3CF8CC}"/>
          </ac:spMkLst>
        </pc:spChg>
        <pc:spChg chg="add del mod">
          <ac:chgData name="Garg, Jhanvi" userId="27d4af93-c45b-4f3c-9805-f02975bc97c9" providerId="ADAL" clId="{B69A08EE-4480-4BD7-8B61-9B95CCF88C17}" dt="2024-07-10T19:55:16.605" v="16363"/>
          <ac:spMkLst>
            <pc:docMk/>
            <pc:sldMk cId="851122320" sldId="325"/>
            <ac:spMk id="11" creationId="{609B4FD9-B7DE-45F8-81A0-312ACAFAF1A3}"/>
          </ac:spMkLst>
        </pc:spChg>
        <pc:spChg chg="mod">
          <ac:chgData name="Garg, Jhanvi" userId="27d4af93-c45b-4f3c-9805-f02975bc97c9" providerId="ADAL" clId="{B69A08EE-4480-4BD7-8B61-9B95CCF88C17}" dt="2024-07-10T20:22:29.203" v="16491" actId="1076"/>
          <ac:spMkLst>
            <pc:docMk/>
            <pc:sldMk cId="851122320" sldId="325"/>
            <ac:spMk id="12" creationId="{7EEE4A8C-ADE1-A433-20FC-3659A36AA20A}"/>
          </ac:spMkLst>
        </pc:spChg>
        <pc:spChg chg="add del mod">
          <ac:chgData name="Garg, Jhanvi" userId="27d4af93-c45b-4f3c-9805-f02975bc97c9" providerId="ADAL" clId="{B69A08EE-4480-4BD7-8B61-9B95CCF88C17}" dt="2024-07-10T19:55:16.411" v="16362"/>
          <ac:spMkLst>
            <pc:docMk/>
            <pc:sldMk cId="851122320" sldId="325"/>
            <ac:spMk id="13" creationId="{CE42E79D-F773-F7B4-F026-4334D43F672E}"/>
          </ac:spMkLst>
        </pc:spChg>
        <pc:spChg chg="add del mod">
          <ac:chgData name="Garg, Jhanvi" userId="27d4af93-c45b-4f3c-9805-f02975bc97c9" providerId="ADAL" clId="{B69A08EE-4480-4BD7-8B61-9B95CCF88C17}" dt="2024-07-10T19:55:16.224" v="16361"/>
          <ac:spMkLst>
            <pc:docMk/>
            <pc:sldMk cId="851122320" sldId="325"/>
            <ac:spMk id="14" creationId="{35B83A31-A193-F9DC-19B6-4BF293B32500}"/>
          </ac:spMkLst>
        </pc:spChg>
        <pc:spChg chg="add del mod">
          <ac:chgData name="Garg, Jhanvi" userId="27d4af93-c45b-4f3c-9805-f02975bc97c9" providerId="ADAL" clId="{B69A08EE-4480-4BD7-8B61-9B95CCF88C17}" dt="2024-07-10T19:55:16.025" v="16360"/>
          <ac:spMkLst>
            <pc:docMk/>
            <pc:sldMk cId="851122320" sldId="325"/>
            <ac:spMk id="15" creationId="{4944D5DC-F7BA-E92F-EFFC-BCEA9F35D58E}"/>
          </ac:spMkLst>
        </pc:spChg>
        <pc:spChg chg="add del mod">
          <ac:chgData name="Garg, Jhanvi" userId="27d4af93-c45b-4f3c-9805-f02975bc97c9" providerId="ADAL" clId="{B69A08EE-4480-4BD7-8B61-9B95CCF88C17}" dt="2024-07-10T19:55:15.851" v="16359"/>
          <ac:spMkLst>
            <pc:docMk/>
            <pc:sldMk cId="851122320" sldId="325"/>
            <ac:spMk id="16" creationId="{D08A6326-7C7C-9769-1308-1C6425F59263}"/>
          </ac:spMkLst>
        </pc:spChg>
        <pc:spChg chg="add del mod">
          <ac:chgData name="Garg, Jhanvi" userId="27d4af93-c45b-4f3c-9805-f02975bc97c9" providerId="ADAL" clId="{B69A08EE-4480-4BD7-8B61-9B95CCF88C17}" dt="2024-07-10T19:55:37.779" v="16374"/>
          <ac:spMkLst>
            <pc:docMk/>
            <pc:sldMk cId="851122320" sldId="325"/>
            <ac:spMk id="17" creationId="{DBD7D52F-3F6D-A4D4-3016-A08802A257F1}"/>
          </ac:spMkLst>
        </pc:spChg>
        <pc:spChg chg="del mod">
          <ac:chgData name="Garg, Jhanvi" userId="27d4af93-c45b-4f3c-9805-f02975bc97c9" providerId="ADAL" clId="{B69A08EE-4480-4BD7-8B61-9B95CCF88C17}" dt="2024-07-05T05:00:20.894" v="7669" actId="478"/>
          <ac:spMkLst>
            <pc:docMk/>
            <pc:sldMk cId="851122320" sldId="325"/>
            <ac:spMk id="17" creationId="{F36E9604-C3CB-54AD-43C5-8857BBE375C3}"/>
          </ac:spMkLst>
        </pc:spChg>
        <pc:spChg chg="del">
          <ac:chgData name="Garg, Jhanvi" userId="27d4af93-c45b-4f3c-9805-f02975bc97c9" providerId="ADAL" clId="{B69A08EE-4480-4BD7-8B61-9B95CCF88C17}" dt="2024-07-05T05:00:22.801" v="7670" actId="478"/>
          <ac:spMkLst>
            <pc:docMk/>
            <pc:sldMk cId="851122320" sldId="325"/>
            <ac:spMk id="18" creationId="{A4E5CAF7-781C-43EF-CA15-5134A5EBDC2E}"/>
          </ac:spMkLst>
        </pc:spChg>
        <pc:spChg chg="add del mod">
          <ac:chgData name="Garg, Jhanvi" userId="27d4af93-c45b-4f3c-9805-f02975bc97c9" providerId="ADAL" clId="{B69A08EE-4480-4BD7-8B61-9B95CCF88C17}" dt="2024-07-10T19:55:37.611" v="16373"/>
          <ac:spMkLst>
            <pc:docMk/>
            <pc:sldMk cId="851122320" sldId="325"/>
            <ac:spMk id="18" creationId="{B3FED98D-6B58-286E-05B2-2956B0CD2699}"/>
          </ac:spMkLst>
        </pc:spChg>
        <pc:spChg chg="del mod">
          <ac:chgData name="Garg, Jhanvi" userId="27d4af93-c45b-4f3c-9805-f02975bc97c9" providerId="ADAL" clId="{B69A08EE-4480-4BD7-8B61-9B95CCF88C17}" dt="2024-07-05T05:00:26.445" v="7672" actId="478"/>
          <ac:spMkLst>
            <pc:docMk/>
            <pc:sldMk cId="851122320" sldId="325"/>
            <ac:spMk id="19" creationId="{8A17AF85-9A68-B9BF-0165-947A9CF452A7}"/>
          </ac:spMkLst>
        </pc:spChg>
        <pc:spChg chg="add mod">
          <ac:chgData name="Garg, Jhanvi" userId="27d4af93-c45b-4f3c-9805-f02975bc97c9" providerId="ADAL" clId="{B69A08EE-4480-4BD7-8B61-9B95CCF88C17}" dt="2024-07-10T20:23:59.495" v="16507" actId="1076"/>
          <ac:spMkLst>
            <pc:docMk/>
            <pc:sldMk cId="851122320" sldId="325"/>
            <ac:spMk id="19" creationId="{E3EAC736-376F-BC88-25A4-0894EE057EB2}"/>
          </ac:spMkLst>
        </pc:spChg>
        <pc:spChg chg="mod">
          <ac:chgData name="Garg, Jhanvi" userId="27d4af93-c45b-4f3c-9805-f02975bc97c9" providerId="ADAL" clId="{B69A08EE-4480-4BD7-8B61-9B95CCF88C17}" dt="2024-07-10T19:59:27.024" v="16481" actId="1076"/>
          <ac:spMkLst>
            <pc:docMk/>
            <pc:sldMk cId="851122320" sldId="325"/>
            <ac:spMk id="20" creationId="{0E550B62-AA00-05AD-5C3C-CC58A1E45B8F}"/>
          </ac:spMkLst>
        </pc:spChg>
        <pc:spChg chg="add mod">
          <ac:chgData name="Garg, Jhanvi" userId="27d4af93-c45b-4f3c-9805-f02975bc97c9" providerId="ADAL" clId="{B69A08EE-4480-4BD7-8B61-9B95CCF88C17}" dt="2024-07-10T20:23:59.326" v="16506" actId="1076"/>
          <ac:spMkLst>
            <pc:docMk/>
            <pc:sldMk cId="851122320" sldId="325"/>
            <ac:spMk id="21" creationId="{AAE8166C-8688-D236-ADEB-00E3B478F9B3}"/>
          </ac:spMkLst>
        </pc:spChg>
        <pc:spChg chg="del">
          <ac:chgData name="Garg, Jhanvi" userId="27d4af93-c45b-4f3c-9805-f02975bc97c9" providerId="ADAL" clId="{B69A08EE-4480-4BD7-8B61-9B95CCF88C17}" dt="2024-07-05T05:00:13.375" v="7665" actId="478"/>
          <ac:spMkLst>
            <pc:docMk/>
            <pc:sldMk cId="851122320" sldId="325"/>
            <ac:spMk id="21" creationId="{EE88ACC1-33AD-586A-06FE-B9E92C75AD8F}"/>
          </ac:spMkLst>
        </pc:spChg>
        <pc:spChg chg="add mod">
          <ac:chgData name="Garg, Jhanvi" userId="27d4af93-c45b-4f3c-9805-f02975bc97c9" providerId="ADAL" clId="{B69A08EE-4480-4BD7-8B61-9B95CCF88C17}" dt="2024-07-10T20:23:59.326" v="16506" actId="1076"/>
          <ac:spMkLst>
            <pc:docMk/>
            <pc:sldMk cId="851122320" sldId="325"/>
            <ac:spMk id="22" creationId="{35504529-E189-45A9-A129-0CD0F59EC78E}"/>
          </ac:spMkLst>
        </pc:spChg>
        <pc:spChg chg="del mod">
          <ac:chgData name="Garg, Jhanvi" userId="27d4af93-c45b-4f3c-9805-f02975bc97c9" providerId="ADAL" clId="{B69A08EE-4480-4BD7-8B61-9B95CCF88C17}" dt="2024-07-05T05:00:16.650" v="7667" actId="478"/>
          <ac:spMkLst>
            <pc:docMk/>
            <pc:sldMk cId="851122320" sldId="325"/>
            <ac:spMk id="22" creationId="{92509FD0-B479-C44C-31C0-14F1C7B78A76}"/>
          </ac:spMkLst>
        </pc:spChg>
        <pc:spChg chg="add mod">
          <ac:chgData name="Garg, Jhanvi" userId="27d4af93-c45b-4f3c-9805-f02975bc97c9" providerId="ADAL" clId="{B69A08EE-4480-4BD7-8B61-9B95CCF88C17}" dt="2024-07-10T20:23:59.326" v="16506" actId="1076"/>
          <ac:spMkLst>
            <pc:docMk/>
            <pc:sldMk cId="851122320" sldId="325"/>
            <ac:spMk id="23" creationId="{51AD4A41-3322-BA7D-5945-13675EB2AD09}"/>
          </ac:spMkLst>
        </pc:spChg>
        <pc:spChg chg="add mod">
          <ac:chgData name="Garg, Jhanvi" userId="27d4af93-c45b-4f3c-9805-f02975bc97c9" providerId="ADAL" clId="{B69A08EE-4480-4BD7-8B61-9B95CCF88C17}" dt="2024-07-10T20:23:59.326" v="16506" actId="1076"/>
          <ac:spMkLst>
            <pc:docMk/>
            <pc:sldMk cId="851122320" sldId="325"/>
            <ac:spMk id="24" creationId="{ECB5A039-22B4-65ED-B7EB-C861CD688289}"/>
          </ac:spMkLst>
        </pc:spChg>
        <pc:spChg chg="add mod">
          <ac:chgData name="Garg, Jhanvi" userId="27d4af93-c45b-4f3c-9805-f02975bc97c9" providerId="ADAL" clId="{B69A08EE-4480-4BD7-8B61-9B95CCF88C17}" dt="2024-07-10T20:23:59.326" v="16506" actId="1076"/>
          <ac:spMkLst>
            <pc:docMk/>
            <pc:sldMk cId="851122320" sldId="325"/>
            <ac:spMk id="25" creationId="{A21F8725-EA86-ED8F-952D-6F04A8D4EB1F}"/>
          </ac:spMkLst>
        </pc:spChg>
        <pc:spChg chg="add mod">
          <ac:chgData name="Garg, Jhanvi" userId="27d4af93-c45b-4f3c-9805-f02975bc97c9" providerId="ADAL" clId="{B69A08EE-4480-4BD7-8B61-9B95CCF88C17}" dt="2024-07-10T20:23:59.326" v="16506" actId="1076"/>
          <ac:spMkLst>
            <pc:docMk/>
            <pc:sldMk cId="851122320" sldId="325"/>
            <ac:spMk id="26" creationId="{F537E38D-00A9-A2ED-CA87-FFC52E3AF8D8}"/>
          </ac:spMkLst>
        </pc:spChg>
        <pc:spChg chg="add mod">
          <ac:chgData name="Garg, Jhanvi" userId="27d4af93-c45b-4f3c-9805-f02975bc97c9" providerId="ADAL" clId="{B69A08EE-4480-4BD7-8B61-9B95CCF88C17}" dt="2024-07-10T20:23:59.326" v="16506" actId="1076"/>
          <ac:spMkLst>
            <pc:docMk/>
            <pc:sldMk cId="851122320" sldId="325"/>
            <ac:spMk id="27" creationId="{8996F6B4-81B0-512C-E443-CFE627732BCA}"/>
          </ac:spMkLst>
        </pc:spChg>
        <pc:spChg chg="add mod">
          <ac:chgData name="Garg, Jhanvi" userId="27d4af93-c45b-4f3c-9805-f02975bc97c9" providerId="ADAL" clId="{B69A08EE-4480-4BD7-8B61-9B95CCF88C17}" dt="2024-07-10T20:23:59.326" v="16506" actId="1076"/>
          <ac:spMkLst>
            <pc:docMk/>
            <pc:sldMk cId="851122320" sldId="325"/>
            <ac:spMk id="28" creationId="{3703B656-2393-86DA-8B03-CE5A1C4395A2}"/>
          </ac:spMkLst>
        </pc:spChg>
        <pc:spChg chg="add mod">
          <ac:chgData name="Garg, Jhanvi" userId="27d4af93-c45b-4f3c-9805-f02975bc97c9" providerId="ADAL" clId="{B69A08EE-4480-4BD7-8B61-9B95CCF88C17}" dt="2024-07-10T20:23:59.326" v="16506" actId="1076"/>
          <ac:spMkLst>
            <pc:docMk/>
            <pc:sldMk cId="851122320" sldId="325"/>
            <ac:spMk id="29" creationId="{BE12BC7E-5914-D32F-EF9E-BB7FC32EC174}"/>
          </ac:spMkLst>
        </pc:spChg>
        <pc:spChg chg="add mod">
          <ac:chgData name="Garg, Jhanvi" userId="27d4af93-c45b-4f3c-9805-f02975bc97c9" providerId="ADAL" clId="{B69A08EE-4480-4BD7-8B61-9B95CCF88C17}" dt="2024-07-10T20:23:59.326" v="16506" actId="1076"/>
          <ac:spMkLst>
            <pc:docMk/>
            <pc:sldMk cId="851122320" sldId="325"/>
            <ac:spMk id="30" creationId="{45925ACF-B9D9-65FC-A379-A715C62754DE}"/>
          </ac:spMkLst>
        </pc:spChg>
        <pc:spChg chg="add mod">
          <ac:chgData name="Garg, Jhanvi" userId="27d4af93-c45b-4f3c-9805-f02975bc97c9" providerId="ADAL" clId="{B69A08EE-4480-4BD7-8B61-9B95CCF88C17}" dt="2024-07-10T20:24:03.408" v="16514" actId="1076"/>
          <ac:spMkLst>
            <pc:docMk/>
            <pc:sldMk cId="851122320" sldId="325"/>
            <ac:spMk id="31" creationId="{918AF818-130A-5BEF-ED8E-7A0FA37603F2}"/>
          </ac:spMkLst>
        </pc:spChg>
        <pc:spChg chg="add mod">
          <ac:chgData name="Garg, Jhanvi" userId="27d4af93-c45b-4f3c-9805-f02975bc97c9" providerId="ADAL" clId="{B69A08EE-4480-4BD7-8B61-9B95CCF88C17}" dt="2024-07-10T20:28:31.783" v="16624" actId="1076"/>
          <ac:spMkLst>
            <pc:docMk/>
            <pc:sldMk cId="851122320" sldId="325"/>
            <ac:spMk id="32" creationId="{3DF65470-247B-B036-8103-BECBFC671E9F}"/>
          </ac:spMkLst>
        </pc:spChg>
        <pc:spChg chg="add mod">
          <ac:chgData name="Garg, Jhanvi" userId="27d4af93-c45b-4f3c-9805-f02975bc97c9" providerId="ADAL" clId="{B69A08EE-4480-4BD7-8B61-9B95CCF88C17}" dt="2024-07-10T20:28:29.965" v="16623" actId="1076"/>
          <ac:spMkLst>
            <pc:docMk/>
            <pc:sldMk cId="851122320" sldId="325"/>
            <ac:spMk id="33" creationId="{E130EDBC-4E6F-16BC-4786-8CACEA417272}"/>
          </ac:spMkLst>
        </pc:spChg>
        <pc:spChg chg="add mod">
          <ac:chgData name="Garg, Jhanvi" userId="27d4af93-c45b-4f3c-9805-f02975bc97c9" providerId="ADAL" clId="{B69A08EE-4480-4BD7-8B61-9B95CCF88C17}" dt="2024-07-10T20:28:48.999" v="16628" actId="113"/>
          <ac:spMkLst>
            <pc:docMk/>
            <pc:sldMk cId="851122320" sldId="325"/>
            <ac:spMk id="35" creationId="{36CA8235-887A-9A5A-C606-FD68318F4665}"/>
          </ac:spMkLst>
        </pc:spChg>
        <pc:spChg chg="add del mod">
          <ac:chgData name="Garg, Jhanvi" userId="27d4af93-c45b-4f3c-9805-f02975bc97c9" providerId="ADAL" clId="{B69A08EE-4480-4BD7-8B61-9B95CCF88C17}" dt="2024-07-10T20:25:38.192" v="16531" actId="478"/>
          <ac:spMkLst>
            <pc:docMk/>
            <pc:sldMk cId="851122320" sldId="325"/>
            <ac:spMk id="38" creationId="{3FC7FA84-2706-527F-2A6E-480AE25C9157}"/>
          </ac:spMkLst>
        </pc:spChg>
        <pc:spChg chg="add mod">
          <ac:chgData name="Garg, Jhanvi" userId="27d4af93-c45b-4f3c-9805-f02975bc97c9" providerId="ADAL" clId="{B69A08EE-4480-4BD7-8B61-9B95CCF88C17}" dt="2024-07-10T20:28:45.752" v="16627" actId="113"/>
          <ac:spMkLst>
            <pc:docMk/>
            <pc:sldMk cId="851122320" sldId="325"/>
            <ac:spMk id="41" creationId="{9754D24A-6314-DAC5-1778-07A0BACE7EC1}"/>
          </ac:spMkLst>
        </pc:spChg>
        <pc:spChg chg="add mod">
          <ac:chgData name="Garg, Jhanvi" userId="27d4af93-c45b-4f3c-9805-f02975bc97c9" providerId="ADAL" clId="{B69A08EE-4480-4BD7-8B61-9B95CCF88C17}" dt="2024-07-10T20:26:31.962" v="16581" actId="122"/>
          <ac:spMkLst>
            <pc:docMk/>
            <pc:sldMk cId="851122320" sldId="325"/>
            <ac:spMk id="42" creationId="{B1316E8B-4A4A-65F5-6BCD-5BD13DB6B5A9}"/>
          </ac:spMkLst>
        </pc:spChg>
        <pc:spChg chg="add mod">
          <ac:chgData name="Garg, Jhanvi" userId="27d4af93-c45b-4f3c-9805-f02975bc97c9" providerId="ADAL" clId="{B69A08EE-4480-4BD7-8B61-9B95CCF88C17}" dt="2024-07-10T20:32:12.037" v="16727" actId="313"/>
          <ac:spMkLst>
            <pc:docMk/>
            <pc:sldMk cId="851122320" sldId="325"/>
            <ac:spMk id="43" creationId="{F08096F5-9D13-1CFA-9839-8B63675AE6FD}"/>
          </ac:spMkLst>
        </pc:spChg>
        <pc:spChg chg="add mod">
          <ac:chgData name="Garg, Jhanvi" userId="27d4af93-c45b-4f3c-9805-f02975bc97c9" providerId="ADAL" clId="{B69A08EE-4480-4BD7-8B61-9B95CCF88C17}" dt="2024-07-10T20:35:56.060" v="16770" actId="20577"/>
          <ac:spMkLst>
            <pc:docMk/>
            <pc:sldMk cId="851122320" sldId="325"/>
            <ac:spMk id="49" creationId="{2AC2F0B1-A7AE-B8CA-60CD-8E29F510B32F}"/>
          </ac:spMkLst>
        </pc:spChg>
        <pc:picChg chg="del">
          <ac:chgData name="Garg, Jhanvi" userId="27d4af93-c45b-4f3c-9805-f02975bc97c9" providerId="ADAL" clId="{B69A08EE-4480-4BD7-8B61-9B95CCF88C17}" dt="2024-07-05T05:00:32.135" v="7674" actId="478"/>
          <ac:picMkLst>
            <pc:docMk/>
            <pc:sldMk cId="851122320" sldId="325"/>
            <ac:picMk id="11" creationId="{8AF7ECBF-8215-2950-36B4-65AA48E8E40E}"/>
          </ac:picMkLst>
        </pc:picChg>
        <pc:picChg chg="del">
          <ac:chgData name="Garg, Jhanvi" userId="27d4af93-c45b-4f3c-9805-f02975bc97c9" providerId="ADAL" clId="{B69A08EE-4480-4BD7-8B61-9B95CCF88C17}" dt="2024-07-05T05:00:05.187" v="7662" actId="478"/>
          <ac:picMkLst>
            <pc:docMk/>
            <pc:sldMk cId="851122320" sldId="325"/>
            <ac:picMk id="16" creationId="{1C3716DD-21B8-9E8B-03A5-123118C95F0C}"/>
          </ac:picMkLst>
        </pc:picChg>
        <pc:picChg chg="add del">
          <ac:chgData name="Garg, Jhanvi" userId="27d4af93-c45b-4f3c-9805-f02975bc97c9" providerId="ADAL" clId="{B69A08EE-4480-4BD7-8B61-9B95CCF88C17}" dt="2024-07-10T20:24:25.471" v="16517" actId="22"/>
          <ac:picMkLst>
            <pc:docMk/>
            <pc:sldMk cId="851122320" sldId="325"/>
            <ac:picMk id="37" creationId="{9D6BE6AF-314C-54BD-794C-BF7E32D2189C}"/>
          </ac:picMkLst>
        </pc:picChg>
        <pc:picChg chg="add mod">
          <ac:chgData name="Garg, Jhanvi" userId="27d4af93-c45b-4f3c-9805-f02975bc97c9" providerId="ADAL" clId="{B69A08EE-4480-4BD7-8B61-9B95CCF88C17}" dt="2024-07-10T20:25:44.525" v="16533" actId="14100"/>
          <ac:picMkLst>
            <pc:docMk/>
            <pc:sldMk cId="851122320" sldId="325"/>
            <ac:picMk id="40" creationId="{855D81E1-4D88-9058-8D3F-CE799514E667}"/>
          </ac:picMkLst>
        </pc:picChg>
        <pc:picChg chg="add del mod modCrop">
          <ac:chgData name="Garg, Jhanvi" userId="27d4af93-c45b-4f3c-9805-f02975bc97c9" providerId="ADAL" clId="{B69A08EE-4480-4BD7-8B61-9B95CCF88C17}" dt="2024-07-10T20:33:21.169" v="16730" actId="478"/>
          <ac:picMkLst>
            <pc:docMk/>
            <pc:sldMk cId="851122320" sldId="325"/>
            <ac:picMk id="45" creationId="{27C810E9-E03A-BA62-E7AF-FDEA34F1D0E0}"/>
          </ac:picMkLst>
        </pc:picChg>
        <pc:picChg chg="add mod modCrop">
          <ac:chgData name="Garg, Jhanvi" userId="27d4af93-c45b-4f3c-9805-f02975bc97c9" providerId="ADAL" clId="{B69A08EE-4480-4BD7-8B61-9B95CCF88C17}" dt="2024-07-10T20:33:48.233" v="16736" actId="1076"/>
          <ac:picMkLst>
            <pc:docMk/>
            <pc:sldMk cId="851122320" sldId="325"/>
            <ac:picMk id="47" creationId="{D76EFC05-48F3-9EDF-9CA5-D1000953CFAF}"/>
          </ac:picMkLst>
        </pc:picChg>
        <pc:picChg chg="add mod">
          <ac:chgData name="Garg, Jhanvi" userId="27d4af93-c45b-4f3c-9805-f02975bc97c9" providerId="ADAL" clId="{B69A08EE-4480-4BD7-8B61-9B95CCF88C17}" dt="2024-07-10T20:36:19.242" v="16772" actId="1076"/>
          <ac:picMkLst>
            <pc:docMk/>
            <pc:sldMk cId="851122320" sldId="325"/>
            <ac:picMk id="50" creationId="{BD111484-3BAE-EDAF-1517-9E63173B2C12}"/>
          </ac:picMkLst>
        </pc:picChg>
      </pc:sldChg>
      <pc:sldChg chg="modSp mod">
        <pc:chgData name="Garg, Jhanvi" userId="27d4af93-c45b-4f3c-9805-f02975bc97c9" providerId="ADAL" clId="{B69A08EE-4480-4BD7-8B61-9B95CCF88C17}" dt="2024-07-09T20:11:38.095" v="8152" actId="20577"/>
        <pc:sldMkLst>
          <pc:docMk/>
          <pc:sldMk cId="636470552" sldId="326"/>
        </pc:sldMkLst>
        <pc:spChg chg="mod">
          <ac:chgData name="Garg, Jhanvi" userId="27d4af93-c45b-4f3c-9805-f02975bc97c9" providerId="ADAL" clId="{B69A08EE-4480-4BD7-8B61-9B95CCF88C17}" dt="2024-07-09T20:11:38.095" v="8152" actId="20577"/>
          <ac:spMkLst>
            <pc:docMk/>
            <pc:sldMk cId="636470552" sldId="326"/>
            <ac:spMk id="4" creationId="{46EC5005-DCC4-5BA8-E280-196E7FC686B3}"/>
          </ac:spMkLst>
        </pc:spChg>
      </pc:sldChg>
      <pc:sldChg chg="addCm">
        <pc:chgData name="Garg, Jhanvi" userId="27d4af93-c45b-4f3c-9805-f02975bc97c9" providerId="ADAL" clId="{B69A08EE-4480-4BD7-8B61-9B95CCF88C17}" dt="2024-07-10T14:39:06.394" v="8360"/>
        <pc:sldMkLst>
          <pc:docMk/>
          <pc:sldMk cId="3200968812" sldId="3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Garg, Jhanvi" userId="27d4af93-c45b-4f3c-9805-f02975bc97c9" providerId="ADAL" clId="{B69A08EE-4480-4BD7-8B61-9B95CCF88C17}" dt="2024-07-10T14:39:06.394" v="8360"/>
              <pc2:cmMkLst xmlns:pc2="http://schemas.microsoft.com/office/powerpoint/2019/9/main/command">
                <pc:docMk/>
                <pc:sldMk cId="3200968812" sldId="328"/>
                <pc2:cmMk id="{97A142EE-CA27-4E71-B92F-097D1B0712A1}"/>
              </pc2:cmMkLst>
            </pc226:cmChg>
          </p:ext>
        </pc:extLst>
      </pc:sldChg>
      <pc:sldChg chg="modSp mod">
        <pc:chgData name="Garg, Jhanvi" userId="27d4af93-c45b-4f3c-9805-f02975bc97c9" providerId="ADAL" clId="{B69A08EE-4480-4BD7-8B61-9B95CCF88C17}" dt="2024-07-10T16:25:36.893" v="10043" actId="1076"/>
        <pc:sldMkLst>
          <pc:docMk/>
          <pc:sldMk cId="1063851000" sldId="329"/>
        </pc:sldMkLst>
        <pc:picChg chg="mod">
          <ac:chgData name="Garg, Jhanvi" userId="27d4af93-c45b-4f3c-9805-f02975bc97c9" providerId="ADAL" clId="{B69A08EE-4480-4BD7-8B61-9B95CCF88C17}" dt="2024-07-10T16:25:36.893" v="10043" actId="1076"/>
          <ac:picMkLst>
            <pc:docMk/>
            <pc:sldMk cId="1063851000" sldId="329"/>
            <ac:picMk id="6" creationId="{A1CF6F25-0B81-B9A6-10CA-3F07DAACF203}"/>
          </ac:picMkLst>
        </pc:picChg>
      </pc:sldChg>
      <pc:sldChg chg="delSp modSp add mod ord">
        <pc:chgData name="Garg, Jhanvi" userId="27d4af93-c45b-4f3c-9805-f02975bc97c9" providerId="ADAL" clId="{B69A08EE-4480-4BD7-8B61-9B95CCF88C17}" dt="2024-07-09T20:14:42.299" v="8349" actId="478"/>
        <pc:sldMkLst>
          <pc:docMk/>
          <pc:sldMk cId="3287226427" sldId="341"/>
        </pc:sldMkLst>
        <pc:spChg chg="del mod">
          <ac:chgData name="Garg, Jhanvi" userId="27d4af93-c45b-4f3c-9805-f02975bc97c9" providerId="ADAL" clId="{B69A08EE-4480-4BD7-8B61-9B95CCF88C17}" dt="2024-07-09T20:14:42.299" v="8349" actId="478"/>
          <ac:spMkLst>
            <pc:docMk/>
            <pc:sldMk cId="3287226427" sldId="341"/>
            <ac:spMk id="3" creationId="{C9AEAB19-356F-3043-E2B2-5AE112CA8EAB}"/>
          </ac:spMkLst>
        </pc:spChg>
        <pc:spChg chg="mod">
          <ac:chgData name="Garg, Jhanvi" userId="27d4af93-c45b-4f3c-9805-f02975bc97c9" providerId="ADAL" clId="{B69A08EE-4480-4BD7-8B61-9B95CCF88C17}" dt="2024-07-09T20:14:32.239" v="8347" actId="21"/>
          <ac:spMkLst>
            <pc:docMk/>
            <pc:sldMk cId="3287226427" sldId="341"/>
            <ac:spMk id="7" creationId="{F46EBBE3-229E-D1FF-B1D0-10AAA8D88F94}"/>
          </ac:spMkLst>
        </pc:spChg>
      </pc:sldChg>
      <pc:sldChg chg="modSp add mod ord">
        <pc:chgData name="Garg, Jhanvi" userId="27d4af93-c45b-4f3c-9805-f02975bc97c9" providerId="ADAL" clId="{B69A08EE-4480-4BD7-8B61-9B95CCF88C17}" dt="2024-07-09T20:15:17.367" v="8356" actId="122"/>
        <pc:sldMkLst>
          <pc:docMk/>
          <pc:sldMk cId="597815271" sldId="342"/>
        </pc:sldMkLst>
        <pc:spChg chg="mod">
          <ac:chgData name="Garg, Jhanvi" userId="27d4af93-c45b-4f3c-9805-f02975bc97c9" providerId="ADAL" clId="{B69A08EE-4480-4BD7-8B61-9B95CCF88C17}" dt="2024-07-09T20:15:17.367" v="8356" actId="122"/>
          <ac:spMkLst>
            <pc:docMk/>
            <pc:sldMk cId="597815271" sldId="342"/>
            <ac:spMk id="7" creationId="{F46EBBE3-229E-D1FF-B1D0-10AAA8D88F94}"/>
          </ac:spMkLst>
        </pc:spChg>
      </pc:sldChg>
      <pc:sldChg chg="addSp delSp modSp add mod">
        <pc:chgData name="Garg, Jhanvi" userId="27d4af93-c45b-4f3c-9805-f02975bc97c9" providerId="ADAL" clId="{B69A08EE-4480-4BD7-8B61-9B95CCF88C17}" dt="2024-07-10T16:09:36.609" v="9553" actId="255"/>
        <pc:sldMkLst>
          <pc:docMk/>
          <pc:sldMk cId="1367221535" sldId="343"/>
        </pc:sldMkLst>
        <pc:spChg chg="mod">
          <ac:chgData name="Garg, Jhanvi" userId="27d4af93-c45b-4f3c-9805-f02975bc97c9" providerId="ADAL" clId="{B69A08EE-4480-4BD7-8B61-9B95CCF88C17}" dt="2024-07-10T16:08:58.203" v="9549" actId="20577"/>
          <ac:spMkLst>
            <pc:docMk/>
            <pc:sldMk cId="1367221535" sldId="343"/>
            <ac:spMk id="4" creationId="{FB9C3B6C-A664-4411-85F4-A2B03DDDEA84}"/>
          </ac:spMkLst>
        </pc:spChg>
        <pc:spChg chg="del mod">
          <ac:chgData name="Garg, Jhanvi" userId="27d4af93-c45b-4f3c-9805-f02975bc97c9" providerId="ADAL" clId="{B69A08EE-4480-4BD7-8B61-9B95CCF88C17}" dt="2024-07-10T15:58:03.515" v="9171" actId="21"/>
          <ac:spMkLst>
            <pc:docMk/>
            <pc:sldMk cId="1367221535" sldId="343"/>
            <ac:spMk id="5" creationId="{A88BD3F6-3F43-41FC-A628-FB5343625F8D}"/>
          </ac:spMkLst>
        </pc:spChg>
        <pc:spChg chg="add mod">
          <ac:chgData name="Garg, Jhanvi" userId="27d4af93-c45b-4f3c-9805-f02975bc97c9" providerId="ADAL" clId="{B69A08EE-4480-4BD7-8B61-9B95CCF88C17}" dt="2024-07-10T16:07:12.174" v="9434" actId="255"/>
          <ac:spMkLst>
            <pc:docMk/>
            <pc:sldMk cId="1367221535" sldId="343"/>
            <ac:spMk id="6" creationId="{9B94CB0F-4E4C-11ED-047F-E4F06345C559}"/>
          </ac:spMkLst>
        </pc:spChg>
        <pc:spChg chg="add mod">
          <ac:chgData name="Garg, Jhanvi" userId="27d4af93-c45b-4f3c-9805-f02975bc97c9" providerId="ADAL" clId="{B69A08EE-4480-4BD7-8B61-9B95CCF88C17}" dt="2024-07-10T16:09:20.377" v="9550" actId="255"/>
          <ac:spMkLst>
            <pc:docMk/>
            <pc:sldMk cId="1367221535" sldId="343"/>
            <ac:spMk id="7" creationId="{F1859035-46CD-9AEF-7DB7-765B5459E000}"/>
          </ac:spMkLst>
        </pc:spChg>
        <pc:spChg chg="add del mod">
          <ac:chgData name="Garg, Jhanvi" userId="27d4af93-c45b-4f3c-9805-f02975bc97c9" providerId="ADAL" clId="{B69A08EE-4480-4BD7-8B61-9B95CCF88C17}" dt="2024-07-10T16:09:25.539" v="9551" actId="255"/>
          <ac:spMkLst>
            <pc:docMk/>
            <pc:sldMk cId="1367221535" sldId="343"/>
            <ac:spMk id="8" creationId="{C4E81D11-B577-3045-C588-8F01BCFA6320}"/>
          </ac:spMkLst>
        </pc:spChg>
        <pc:spChg chg="add del mod">
          <ac:chgData name="Garg, Jhanvi" userId="27d4af93-c45b-4f3c-9805-f02975bc97c9" providerId="ADAL" clId="{B69A08EE-4480-4BD7-8B61-9B95CCF88C17}" dt="2024-07-10T16:01:36.750" v="9298" actId="478"/>
          <ac:spMkLst>
            <pc:docMk/>
            <pc:sldMk cId="1367221535" sldId="343"/>
            <ac:spMk id="9" creationId="{9FFA2DBE-3162-2CD9-9DC3-689A5DEAD0AE}"/>
          </ac:spMkLst>
        </pc:spChg>
        <pc:spChg chg="add del mod">
          <ac:chgData name="Garg, Jhanvi" userId="27d4af93-c45b-4f3c-9805-f02975bc97c9" providerId="ADAL" clId="{B69A08EE-4480-4BD7-8B61-9B95CCF88C17}" dt="2024-07-10T16:01:34.783" v="9297" actId="478"/>
          <ac:spMkLst>
            <pc:docMk/>
            <pc:sldMk cId="1367221535" sldId="343"/>
            <ac:spMk id="10" creationId="{17856A11-FCB5-7AEC-8D0B-76FEAEF6F391}"/>
          </ac:spMkLst>
        </pc:spChg>
        <pc:spChg chg="add del mod">
          <ac:chgData name="Garg, Jhanvi" userId="27d4af93-c45b-4f3c-9805-f02975bc97c9" providerId="ADAL" clId="{B69A08EE-4480-4BD7-8B61-9B95CCF88C17}" dt="2024-07-10T16:01:53.506" v="9303" actId="478"/>
          <ac:spMkLst>
            <pc:docMk/>
            <pc:sldMk cId="1367221535" sldId="343"/>
            <ac:spMk id="11" creationId="{383AEE80-7DA6-359A-D3DC-EB04F840062C}"/>
          </ac:spMkLst>
        </pc:spChg>
        <pc:spChg chg="add mod">
          <ac:chgData name="Garg, Jhanvi" userId="27d4af93-c45b-4f3c-9805-f02975bc97c9" providerId="ADAL" clId="{B69A08EE-4480-4BD7-8B61-9B95CCF88C17}" dt="2024-07-10T16:09:31.192" v="9552" actId="255"/>
          <ac:spMkLst>
            <pc:docMk/>
            <pc:sldMk cId="1367221535" sldId="343"/>
            <ac:spMk id="12" creationId="{48E12273-3BA5-E6A9-D32E-1FA81D5E2F5F}"/>
          </ac:spMkLst>
        </pc:spChg>
        <pc:spChg chg="add mod">
          <ac:chgData name="Garg, Jhanvi" userId="27d4af93-c45b-4f3c-9805-f02975bc97c9" providerId="ADAL" clId="{B69A08EE-4480-4BD7-8B61-9B95CCF88C17}" dt="2024-07-10T16:09:36.609" v="9553" actId="255"/>
          <ac:spMkLst>
            <pc:docMk/>
            <pc:sldMk cId="1367221535" sldId="343"/>
            <ac:spMk id="13" creationId="{239334C2-FDA2-5A4D-BCDD-0E1A01FF98DA}"/>
          </ac:spMkLst>
        </pc:spChg>
        <pc:spChg chg="add del mod">
          <ac:chgData name="Garg, Jhanvi" userId="27d4af93-c45b-4f3c-9805-f02975bc97c9" providerId="ADAL" clId="{B69A08EE-4480-4BD7-8B61-9B95CCF88C17}" dt="2024-07-10T16:03:26.744" v="9335" actId="478"/>
          <ac:spMkLst>
            <pc:docMk/>
            <pc:sldMk cId="1367221535" sldId="343"/>
            <ac:spMk id="19" creationId="{668629A8-05FD-68D9-66C7-3DD90B1D02F8}"/>
          </ac:spMkLst>
        </pc:spChg>
        <pc:spChg chg="add mod">
          <ac:chgData name="Garg, Jhanvi" userId="27d4af93-c45b-4f3c-9805-f02975bc97c9" providerId="ADAL" clId="{B69A08EE-4480-4BD7-8B61-9B95CCF88C17}" dt="2024-07-10T16:08:10.477" v="9454" actId="1076"/>
          <ac:spMkLst>
            <pc:docMk/>
            <pc:sldMk cId="1367221535" sldId="343"/>
            <ac:spMk id="20" creationId="{CA290BB8-CDCB-A9E1-64BC-1E861253B9E5}"/>
          </ac:spMkLst>
        </pc:spChg>
        <pc:spChg chg="add mod">
          <ac:chgData name="Garg, Jhanvi" userId="27d4af93-c45b-4f3c-9805-f02975bc97c9" providerId="ADAL" clId="{B69A08EE-4480-4BD7-8B61-9B95CCF88C17}" dt="2024-07-10T16:05:46.021" v="9387" actId="767"/>
          <ac:spMkLst>
            <pc:docMk/>
            <pc:sldMk cId="1367221535" sldId="343"/>
            <ac:spMk id="26" creationId="{785F0E25-0E81-D03D-361D-D329A0665023}"/>
          </ac:spMkLst>
        </pc:spChg>
        <pc:spChg chg="add del mod">
          <ac:chgData name="Garg, Jhanvi" userId="27d4af93-c45b-4f3c-9805-f02975bc97c9" providerId="ADAL" clId="{B69A08EE-4480-4BD7-8B61-9B95CCF88C17}" dt="2024-07-10T16:08:20.908" v="9457" actId="1076"/>
          <ac:spMkLst>
            <pc:docMk/>
            <pc:sldMk cId="1367221535" sldId="343"/>
            <ac:spMk id="27" creationId="{9BE02169-57E2-2873-A063-50213D052187}"/>
          </ac:spMkLst>
        </pc:spChg>
        <pc:cxnChg chg="add mod">
          <ac:chgData name="Garg, Jhanvi" userId="27d4af93-c45b-4f3c-9805-f02975bc97c9" providerId="ADAL" clId="{B69A08EE-4480-4BD7-8B61-9B95CCF88C17}" dt="2024-07-10T16:03:15.636" v="9334" actId="1076"/>
          <ac:cxnSpMkLst>
            <pc:docMk/>
            <pc:sldMk cId="1367221535" sldId="343"/>
            <ac:cxnSpMk id="15" creationId="{DF8B1F68-A3FF-973D-A839-A81F110D6F89}"/>
          </ac:cxnSpMkLst>
        </pc:cxnChg>
        <pc:cxnChg chg="add del mod">
          <ac:chgData name="Garg, Jhanvi" userId="27d4af93-c45b-4f3c-9805-f02975bc97c9" providerId="ADAL" clId="{B69A08EE-4480-4BD7-8B61-9B95CCF88C17}" dt="2024-07-10T16:04:56.017" v="9380" actId="478"/>
          <ac:cxnSpMkLst>
            <pc:docMk/>
            <pc:sldMk cId="1367221535" sldId="343"/>
            <ac:cxnSpMk id="21" creationId="{4D3ED3E9-2561-206D-C06C-60E979EA94D7}"/>
          </ac:cxnSpMkLst>
        </pc:cxnChg>
        <pc:cxnChg chg="add mod">
          <ac:chgData name="Garg, Jhanvi" userId="27d4af93-c45b-4f3c-9805-f02975bc97c9" providerId="ADAL" clId="{B69A08EE-4480-4BD7-8B61-9B95CCF88C17}" dt="2024-07-10T16:05:35.586" v="9386" actId="1076"/>
          <ac:cxnSpMkLst>
            <pc:docMk/>
            <pc:sldMk cId="1367221535" sldId="343"/>
            <ac:cxnSpMk id="25" creationId="{6B5AA0B4-0CC3-0967-D58E-97579A3C4F6C}"/>
          </ac:cxnSpMkLst>
        </pc:cxnChg>
      </pc:sldChg>
      <pc:sldChg chg="addSp delSp modSp new mod ord">
        <pc:chgData name="Garg, Jhanvi" userId="27d4af93-c45b-4f3c-9805-f02975bc97c9" providerId="ADAL" clId="{B69A08EE-4480-4BD7-8B61-9B95CCF88C17}" dt="2024-07-10T22:16:41.230" v="16820" actId="1076"/>
        <pc:sldMkLst>
          <pc:docMk/>
          <pc:sldMk cId="1051431597" sldId="345"/>
        </pc:sldMkLst>
        <pc:spChg chg="del">
          <ac:chgData name="Garg, Jhanvi" userId="27d4af93-c45b-4f3c-9805-f02975bc97c9" providerId="ADAL" clId="{B69A08EE-4480-4BD7-8B61-9B95CCF88C17}" dt="2024-07-10T16:36:29.242" v="10228" actId="478"/>
          <ac:spMkLst>
            <pc:docMk/>
            <pc:sldMk cId="1051431597" sldId="345"/>
            <ac:spMk id="3" creationId="{84F6E7DB-2E08-51F9-0155-E28541CFC70B}"/>
          </ac:spMkLst>
        </pc:spChg>
        <pc:spChg chg="del">
          <ac:chgData name="Garg, Jhanvi" userId="27d4af93-c45b-4f3c-9805-f02975bc97c9" providerId="ADAL" clId="{B69A08EE-4480-4BD7-8B61-9B95CCF88C17}" dt="2024-07-10T16:36:25.878" v="10227" actId="478"/>
          <ac:spMkLst>
            <pc:docMk/>
            <pc:sldMk cId="1051431597" sldId="345"/>
            <ac:spMk id="4" creationId="{10F11107-93C5-A9C3-0069-CBBEA875AA8C}"/>
          </ac:spMkLst>
        </pc:spChg>
        <pc:spChg chg="del">
          <ac:chgData name="Garg, Jhanvi" userId="27d4af93-c45b-4f3c-9805-f02975bc97c9" providerId="ADAL" clId="{B69A08EE-4480-4BD7-8B61-9B95CCF88C17}" dt="2024-07-10T16:36:23.299" v="10226" actId="478"/>
          <ac:spMkLst>
            <pc:docMk/>
            <pc:sldMk cId="1051431597" sldId="345"/>
            <ac:spMk id="5" creationId="{DC6A9217-3E1B-1A7B-02D3-8C3E6C57573F}"/>
          </ac:spMkLst>
        </pc:spChg>
        <pc:spChg chg="add del">
          <ac:chgData name="Garg, Jhanvi" userId="27d4af93-c45b-4f3c-9805-f02975bc97c9" providerId="ADAL" clId="{B69A08EE-4480-4BD7-8B61-9B95CCF88C17}" dt="2024-07-10T16:36:40.529" v="10230" actId="22"/>
          <ac:spMkLst>
            <pc:docMk/>
            <pc:sldMk cId="1051431597" sldId="345"/>
            <ac:spMk id="7" creationId="{97BC51BF-1DCF-07DA-6BFE-1F78C43FCAB6}"/>
          </ac:spMkLst>
        </pc:spChg>
        <pc:spChg chg="add del mod">
          <ac:chgData name="Garg, Jhanvi" userId="27d4af93-c45b-4f3c-9805-f02975bc97c9" providerId="ADAL" clId="{B69A08EE-4480-4BD7-8B61-9B95CCF88C17}" dt="2024-07-10T16:38:16.939" v="10267" actId="478"/>
          <ac:spMkLst>
            <pc:docMk/>
            <pc:sldMk cId="1051431597" sldId="345"/>
            <ac:spMk id="8" creationId="{A9A2F080-51DB-D7E7-E6D7-2B6A077B341D}"/>
          </ac:spMkLst>
        </pc:spChg>
        <pc:spChg chg="add del mod">
          <ac:chgData name="Garg, Jhanvi" userId="27d4af93-c45b-4f3c-9805-f02975bc97c9" providerId="ADAL" clId="{B69A08EE-4480-4BD7-8B61-9B95CCF88C17}" dt="2024-07-10T17:04:34.491" v="10953" actId="478"/>
          <ac:spMkLst>
            <pc:docMk/>
            <pc:sldMk cId="1051431597" sldId="345"/>
            <ac:spMk id="11" creationId="{F9AAC0E6-2B49-6E2D-6ED3-BBCDFF7704E6}"/>
          </ac:spMkLst>
        </pc:spChg>
        <pc:spChg chg="add del mod">
          <ac:chgData name="Garg, Jhanvi" userId="27d4af93-c45b-4f3c-9805-f02975bc97c9" providerId="ADAL" clId="{B69A08EE-4480-4BD7-8B61-9B95CCF88C17}" dt="2024-07-10T17:01:19.244" v="10900" actId="478"/>
          <ac:spMkLst>
            <pc:docMk/>
            <pc:sldMk cId="1051431597" sldId="345"/>
            <ac:spMk id="12" creationId="{92748355-FCF3-B750-AF32-03D305B3531B}"/>
          </ac:spMkLst>
        </pc:spChg>
        <pc:spChg chg="add del mod">
          <ac:chgData name="Garg, Jhanvi" userId="27d4af93-c45b-4f3c-9805-f02975bc97c9" providerId="ADAL" clId="{B69A08EE-4480-4BD7-8B61-9B95CCF88C17}" dt="2024-07-10T17:05:34.777" v="10982" actId="478"/>
          <ac:spMkLst>
            <pc:docMk/>
            <pc:sldMk cId="1051431597" sldId="345"/>
            <ac:spMk id="15" creationId="{9969B51B-DA73-A54F-808C-297CA7567A98}"/>
          </ac:spMkLst>
        </pc:spChg>
        <pc:spChg chg="add del mod">
          <ac:chgData name="Garg, Jhanvi" userId="27d4af93-c45b-4f3c-9805-f02975bc97c9" providerId="ADAL" clId="{B69A08EE-4480-4BD7-8B61-9B95CCF88C17}" dt="2024-07-10T17:06:43.060" v="11051" actId="478"/>
          <ac:spMkLst>
            <pc:docMk/>
            <pc:sldMk cId="1051431597" sldId="345"/>
            <ac:spMk id="18" creationId="{C0FC9725-8030-C0E6-F037-139D37BFE263}"/>
          </ac:spMkLst>
        </pc:spChg>
        <pc:spChg chg="add del mod">
          <ac:chgData name="Garg, Jhanvi" userId="27d4af93-c45b-4f3c-9805-f02975bc97c9" providerId="ADAL" clId="{B69A08EE-4480-4BD7-8B61-9B95CCF88C17}" dt="2024-07-10T17:07:12.976" v="11071" actId="478"/>
          <ac:spMkLst>
            <pc:docMk/>
            <pc:sldMk cId="1051431597" sldId="345"/>
            <ac:spMk id="22" creationId="{3264BEA8-819B-543A-910E-6B9B931B1E10}"/>
          </ac:spMkLst>
        </pc:spChg>
        <pc:spChg chg="add del mod">
          <ac:chgData name="Garg, Jhanvi" userId="27d4af93-c45b-4f3c-9805-f02975bc97c9" providerId="ADAL" clId="{B69A08EE-4480-4BD7-8B61-9B95CCF88C17}" dt="2024-07-10T17:07:36.083" v="11100" actId="478"/>
          <ac:spMkLst>
            <pc:docMk/>
            <pc:sldMk cId="1051431597" sldId="345"/>
            <ac:spMk id="29" creationId="{0FD53AC5-AE84-4FCF-1C62-5332493597B6}"/>
          </ac:spMkLst>
        </pc:spChg>
        <pc:spChg chg="add del mod">
          <ac:chgData name="Garg, Jhanvi" userId="27d4af93-c45b-4f3c-9805-f02975bc97c9" providerId="ADAL" clId="{B69A08EE-4480-4BD7-8B61-9B95CCF88C17}" dt="2024-07-10T17:07:55.584" v="11127" actId="478"/>
          <ac:spMkLst>
            <pc:docMk/>
            <pc:sldMk cId="1051431597" sldId="345"/>
            <ac:spMk id="32" creationId="{A48C4928-B635-8202-7D21-FD4131B428E2}"/>
          </ac:spMkLst>
        </pc:spChg>
        <pc:spChg chg="add del mod">
          <ac:chgData name="Garg, Jhanvi" userId="27d4af93-c45b-4f3c-9805-f02975bc97c9" providerId="ADAL" clId="{B69A08EE-4480-4BD7-8B61-9B95CCF88C17}" dt="2024-07-10T17:08:37.541" v="11199" actId="478"/>
          <ac:spMkLst>
            <pc:docMk/>
            <pc:sldMk cId="1051431597" sldId="345"/>
            <ac:spMk id="37" creationId="{6B6C46EF-9AB2-E17B-5A4B-41B4323EA1C3}"/>
          </ac:spMkLst>
        </pc:spChg>
        <pc:spChg chg="add del mod">
          <ac:chgData name="Garg, Jhanvi" userId="27d4af93-c45b-4f3c-9805-f02975bc97c9" providerId="ADAL" clId="{B69A08EE-4480-4BD7-8B61-9B95CCF88C17}" dt="2024-07-10T17:08:18.380" v="11164" actId="478"/>
          <ac:spMkLst>
            <pc:docMk/>
            <pc:sldMk cId="1051431597" sldId="345"/>
            <ac:spMk id="41" creationId="{C7D1FD3E-BF4B-75FD-BC7B-BA40680007BF}"/>
          </ac:spMkLst>
        </pc:spChg>
        <pc:spChg chg="add del">
          <ac:chgData name="Garg, Jhanvi" userId="27d4af93-c45b-4f3c-9805-f02975bc97c9" providerId="ADAL" clId="{B69A08EE-4480-4BD7-8B61-9B95CCF88C17}" dt="2024-07-10T16:59:43.595" v="10874" actId="478"/>
          <ac:spMkLst>
            <pc:docMk/>
            <pc:sldMk cId="1051431597" sldId="345"/>
            <ac:spMk id="42" creationId="{C10CEF60-7B86-2E35-157F-8AF5FD3F4C38}"/>
          </ac:spMkLst>
        </pc:spChg>
        <pc:spChg chg="add del mod">
          <ac:chgData name="Garg, Jhanvi" userId="27d4af93-c45b-4f3c-9805-f02975bc97c9" providerId="ADAL" clId="{B69A08EE-4480-4BD7-8B61-9B95CCF88C17}" dt="2024-07-10T17:02:53.116" v="10925" actId="478"/>
          <ac:spMkLst>
            <pc:docMk/>
            <pc:sldMk cId="1051431597" sldId="345"/>
            <ac:spMk id="44" creationId="{C98E84C5-4B8B-6ECA-C84F-28F7904C78C0}"/>
          </ac:spMkLst>
        </pc:spChg>
        <pc:spChg chg="add mod">
          <ac:chgData name="Garg, Jhanvi" userId="27d4af93-c45b-4f3c-9805-f02975bc97c9" providerId="ADAL" clId="{B69A08EE-4480-4BD7-8B61-9B95CCF88C17}" dt="2024-07-10T17:11:04.873" v="11250" actId="207"/>
          <ac:spMkLst>
            <pc:docMk/>
            <pc:sldMk cId="1051431597" sldId="345"/>
            <ac:spMk id="46" creationId="{24719E37-66E1-7C6A-892F-7BFA328C9063}"/>
          </ac:spMkLst>
        </pc:spChg>
        <pc:spChg chg="add del">
          <ac:chgData name="Garg, Jhanvi" userId="27d4af93-c45b-4f3c-9805-f02975bc97c9" providerId="ADAL" clId="{B69A08EE-4480-4BD7-8B61-9B95CCF88C17}" dt="2024-07-10T17:04:31.928" v="10952" actId="478"/>
          <ac:spMkLst>
            <pc:docMk/>
            <pc:sldMk cId="1051431597" sldId="345"/>
            <ac:spMk id="47" creationId="{B53C0EEB-26FF-23C1-75E9-C2D0E4002EC7}"/>
          </ac:spMkLst>
        </pc:spChg>
        <pc:spChg chg="add mod">
          <ac:chgData name="Garg, Jhanvi" userId="27d4af93-c45b-4f3c-9805-f02975bc97c9" providerId="ADAL" clId="{B69A08EE-4480-4BD7-8B61-9B95CCF88C17}" dt="2024-07-10T17:10:23.215" v="11241" actId="13822"/>
          <ac:spMkLst>
            <pc:docMk/>
            <pc:sldMk cId="1051431597" sldId="345"/>
            <ac:spMk id="48" creationId="{4F63D89C-FC46-5FDA-1766-14882AE7737E}"/>
          </ac:spMkLst>
        </pc:spChg>
        <pc:spChg chg="add mod">
          <ac:chgData name="Garg, Jhanvi" userId="27d4af93-c45b-4f3c-9805-f02975bc97c9" providerId="ADAL" clId="{B69A08EE-4480-4BD7-8B61-9B95CCF88C17}" dt="2024-07-10T17:10:53.841" v="11249" actId="13822"/>
          <ac:spMkLst>
            <pc:docMk/>
            <pc:sldMk cId="1051431597" sldId="345"/>
            <ac:spMk id="49" creationId="{4F7626D8-5B62-B1B1-5E7C-6CCC0342A141}"/>
          </ac:spMkLst>
        </pc:spChg>
        <pc:spChg chg="add mod">
          <ac:chgData name="Garg, Jhanvi" userId="27d4af93-c45b-4f3c-9805-f02975bc97c9" providerId="ADAL" clId="{B69A08EE-4480-4BD7-8B61-9B95CCF88C17}" dt="2024-07-10T22:15:24.819" v="16812" actId="1076"/>
          <ac:spMkLst>
            <pc:docMk/>
            <pc:sldMk cId="1051431597" sldId="345"/>
            <ac:spMk id="50" creationId="{7D1B50B1-DA52-A806-7E5C-9199F6DE8E52}"/>
          </ac:spMkLst>
        </pc:spChg>
        <pc:spChg chg="add mod">
          <ac:chgData name="Garg, Jhanvi" userId="27d4af93-c45b-4f3c-9805-f02975bc97c9" providerId="ADAL" clId="{B69A08EE-4480-4BD7-8B61-9B95CCF88C17}" dt="2024-07-10T22:16:34.709" v="16817" actId="1076"/>
          <ac:spMkLst>
            <pc:docMk/>
            <pc:sldMk cId="1051431597" sldId="345"/>
            <ac:spMk id="51" creationId="{E396EA09-7350-B4F4-3025-72AE78DFF68D}"/>
          </ac:spMkLst>
        </pc:spChg>
        <pc:spChg chg="add mod">
          <ac:chgData name="Garg, Jhanvi" userId="27d4af93-c45b-4f3c-9805-f02975bc97c9" providerId="ADAL" clId="{B69A08EE-4480-4BD7-8B61-9B95CCF88C17}" dt="2024-07-10T22:16:41.230" v="16820" actId="1076"/>
          <ac:spMkLst>
            <pc:docMk/>
            <pc:sldMk cId="1051431597" sldId="345"/>
            <ac:spMk id="52" creationId="{6A08C0D7-BBE7-01CE-758E-5E07BE37AD46}"/>
          </ac:spMkLst>
        </pc:spChg>
        <pc:spChg chg="add mod">
          <ac:chgData name="Garg, Jhanvi" userId="27d4af93-c45b-4f3c-9805-f02975bc97c9" providerId="ADAL" clId="{B69A08EE-4480-4BD7-8B61-9B95CCF88C17}" dt="2024-07-10T22:15:35.589" v="16814" actId="1076"/>
          <ac:spMkLst>
            <pc:docMk/>
            <pc:sldMk cId="1051431597" sldId="345"/>
            <ac:spMk id="53" creationId="{AD0EE15B-B88E-45F1-2AB6-458B5EF9EC40}"/>
          </ac:spMkLst>
        </pc:spChg>
        <pc:spChg chg="add mod">
          <ac:chgData name="Garg, Jhanvi" userId="27d4af93-c45b-4f3c-9805-f02975bc97c9" providerId="ADAL" clId="{B69A08EE-4480-4BD7-8B61-9B95CCF88C17}" dt="2024-07-10T22:16:39.594" v="16819" actId="1076"/>
          <ac:spMkLst>
            <pc:docMk/>
            <pc:sldMk cId="1051431597" sldId="345"/>
            <ac:spMk id="54" creationId="{AEC0BE7E-2555-ECB6-CC69-E13E2125F998}"/>
          </ac:spMkLst>
        </pc:spChg>
        <pc:spChg chg="add mod">
          <ac:chgData name="Garg, Jhanvi" userId="27d4af93-c45b-4f3c-9805-f02975bc97c9" providerId="ADAL" clId="{B69A08EE-4480-4BD7-8B61-9B95CCF88C17}" dt="2024-07-10T17:10:18.818" v="11240" actId="13822"/>
          <ac:spMkLst>
            <pc:docMk/>
            <pc:sldMk cId="1051431597" sldId="345"/>
            <ac:spMk id="55" creationId="{542938F5-56EF-E0CF-16BB-F9D1A93ED1F2}"/>
          </ac:spMkLst>
        </pc:spChg>
        <pc:cxnChg chg="add mod">
          <ac:chgData name="Garg, Jhanvi" userId="27d4af93-c45b-4f3c-9805-f02975bc97c9" providerId="ADAL" clId="{B69A08EE-4480-4BD7-8B61-9B95CCF88C17}" dt="2024-07-10T17:05:13.826" v="10959" actId="13822"/>
          <ac:cxnSpMkLst>
            <pc:docMk/>
            <pc:sldMk cId="1051431597" sldId="345"/>
            <ac:cxnSpMk id="10" creationId="{C36858AE-1406-2F53-078B-CB560D8169B6}"/>
          </ac:cxnSpMkLst>
        </pc:cxnChg>
        <pc:cxnChg chg="add mod">
          <ac:chgData name="Garg, Jhanvi" userId="27d4af93-c45b-4f3c-9805-f02975bc97c9" providerId="ADAL" clId="{B69A08EE-4480-4BD7-8B61-9B95CCF88C17}" dt="2024-07-10T17:06:03.850" v="11042" actId="13822"/>
          <ac:cxnSpMkLst>
            <pc:docMk/>
            <pc:sldMk cId="1051431597" sldId="345"/>
            <ac:cxnSpMk id="13" creationId="{8E939919-897D-4F10-E796-229AD23D3296}"/>
          </ac:cxnSpMkLst>
        </pc:cxnChg>
        <pc:cxnChg chg="add mod">
          <ac:chgData name="Garg, Jhanvi" userId="27d4af93-c45b-4f3c-9805-f02975bc97c9" providerId="ADAL" clId="{B69A08EE-4480-4BD7-8B61-9B95CCF88C17}" dt="2024-07-10T17:06:09.479" v="11043" actId="13822"/>
          <ac:cxnSpMkLst>
            <pc:docMk/>
            <pc:sldMk cId="1051431597" sldId="345"/>
            <ac:cxnSpMk id="16" creationId="{5C28B5C0-365D-7FEE-2442-17719B5A2ED5}"/>
          </ac:cxnSpMkLst>
        </pc:cxnChg>
        <pc:cxnChg chg="add mod">
          <ac:chgData name="Garg, Jhanvi" userId="27d4af93-c45b-4f3c-9805-f02975bc97c9" providerId="ADAL" clId="{B69A08EE-4480-4BD7-8B61-9B95CCF88C17}" dt="2024-07-10T17:07:19.985" v="11073" actId="1076"/>
          <ac:cxnSpMkLst>
            <pc:docMk/>
            <pc:sldMk cId="1051431597" sldId="345"/>
            <ac:cxnSpMk id="20" creationId="{BD4FF909-ECA0-D48F-12AD-C000BF726577}"/>
          </ac:cxnSpMkLst>
        </pc:cxnChg>
        <pc:cxnChg chg="add mod">
          <ac:chgData name="Garg, Jhanvi" userId="27d4af93-c45b-4f3c-9805-f02975bc97c9" providerId="ADAL" clId="{B69A08EE-4480-4BD7-8B61-9B95CCF88C17}" dt="2024-07-10T17:06:19.537" v="11045" actId="13822"/>
          <ac:cxnSpMkLst>
            <pc:docMk/>
            <pc:sldMk cId="1051431597" sldId="345"/>
            <ac:cxnSpMk id="27" creationId="{4094F206-7519-6EF8-944A-7F3F3D2DF42C}"/>
          </ac:cxnSpMkLst>
        </pc:cxnChg>
        <pc:cxnChg chg="add mod">
          <ac:chgData name="Garg, Jhanvi" userId="27d4af93-c45b-4f3c-9805-f02975bc97c9" providerId="ADAL" clId="{B69A08EE-4480-4BD7-8B61-9B95CCF88C17}" dt="2024-07-10T17:09:26.639" v="11238" actId="1076"/>
          <ac:cxnSpMkLst>
            <pc:docMk/>
            <pc:sldMk cId="1051431597" sldId="345"/>
            <ac:cxnSpMk id="30" creationId="{46591132-A9DA-C554-2DA7-FE94B39E56E6}"/>
          </ac:cxnSpMkLst>
        </pc:cxnChg>
        <pc:cxnChg chg="add mod">
          <ac:chgData name="Garg, Jhanvi" userId="27d4af93-c45b-4f3c-9805-f02975bc97c9" providerId="ADAL" clId="{B69A08EE-4480-4BD7-8B61-9B95CCF88C17}" dt="2024-07-10T17:08:50.936" v="11204" actId="1076"/>
          <ac:cxnSpMkLst>
            <pc:docMk/>
            <pc:sldMk cId="1051431597" sldId="345"/>
            <ac:cxnSpMk id="34" creationId="{CDC7A026-7A00-7AB2-6819-6903C7FC499A}"/>
          </ac:cxnSpMkLst>
        </pc:cxnChg>
        <pc:cxnChg chg="add mod">
          <ac:chgData name="Garg, Jhanvi" userId="27d4af93-c45b-4f3c-9805-f02975bc97c9" providerId="ADAL" clId="{B69A08EE-4480-4BD7-8B61-9B95CCF88C17}" dt="2024-07-10T17:06:28.882" v="11047" actId="13822"/>
          <ac:cxnSpMkLst>
            <pc:docMk/>
            <pc:sldMk cId="1051431597" sldId="345"/>
            <ac:cxnSpMk id="38" creationId="{8DEC3BD3-9FC6-0E0F-5B72-A26DF0858CFF}"/>
          </ac:cxnSpMkLst>
        </pc:cxnChg>
        <pc:cxnChg chg="add del mod">
          <ac:chgData name="Garg, Jhanvi" userId="27d4af93-c45b-4f3c-9805-f02975bc97c9" providerId="ADAL" clId="{B69A08EE-4480-4BD7-8B61-9B95CCF88C17}" dt="2024-07-10T16:57:30.536" v="10682"/>
          <ac:cxnSpMkLst>
            <pc:docMk/>
            <pc:sldMk cId="1051431597" sldId="345"/>
            <ac:cxnSpMk id="40" creationId="{576646A9-F86E-B378-0E9B-A7019AEDC3CE}"/>
          </ac:cxnSpMkLst>
        </pc:cxnChg>
      </pc:sldChg>
      <pc:sldChg chg="add del">
        <pc:chgData name="Garg, Jhanvi" userId="27d4af93-c45b-4f3c-9805-f02975bc97c9" providerId="ADAL" clId="{B69A08EE-4480-4BD7-8B61-9B95CCF88C17}" dt="2024-07-10T16:36:11.095" v="10222" actId="47"/>
        <pc:sldMkLst>
          <pc:docMk/>
          <pc:sldMk cId="2549847006" sldId="345"/>
        </pc:sldMkLst>
      </pc:sldChg>
      <pc:sldChg chg="addSp delSp modSp new del mod">
        <pc:chgData name="Garg, Jhanvi" userId="27d4af93-c45b-4f3c-9805-f02975bc97c9" providerId="ADAL" clId="{B69A08EE-4480-4BD7-8B61-9B95CCF88C17}" dt="2024-07-10T16:47:12.735" v="10402" actId="47"/>
        <pc:sldMkLst>
          <pc:docMk/>
          <pc:sldMk cId="3495766959" sldId="346"/>
        </pc:sldMkLst>
        <pc:spChg chg="del">
          <ac:chgData name="Garg, Jhanvi" userId="27d4af93-c45b-4f3c-9805-f02975bc97c9" providerId="ADAL" clId="{B69A08EE-4480-4BD7-8B61-9B95CCF88C17}" dt="2024-07-10T16:46:03.356" v="10385" actId="478"/>
          <ac:spMkLst>
            <pc:docMk/>
            <pc:sldMk cId="3495766959" sldId="346"/>
            <ac:spMk id="3" creationId="{724DFD4E-C15D-8087-269E-B1A5A301B900}"/>
          </ac:spMkLst>
        </pc:spChg>
        <pc:spChg chg="del">
          <ac:chgData name="Garg, Jhanvi" userId="27d4af93-c45b-4f3c-9805-f02975bc97c9" providerId="ADAL" clId="{B69A08EE-4480-4BD7-8B61-9B95CCF88C17}" dt="2024-07-10T16:45:40.769" v="10383" actId="478"/>
          <ac:spMkLst>
            <pc:docMk/>
            <pc:sldMk cId="3495766959" sldId="346"/>
            <ac:spMk id="4" creationId="{D2B44152-EB61-BFF7-0532-09D76178CF2C}"/>
          </ac:spMkLst>
        </pc:spChg>
        <pc:spChg chg="del">
          <ac:chgData name="Garg, Jhanvi" userId="27d4af93-c45b-4f3c-9805-f02975bc97c9" providerId="ADAL" clId="{B69A08EE-4480-4BD7-8B61-9B95CCF88C17}" dt="2024-07-10T16:45:37.756" v="10382" actId="478"/>
          <ac:spMkLst>
            <pc:docMk/>
            <pc:sldMk cId="3495766959" sldId="346"/>
            <ac:spMk id="5" creationId="{6B04EA30-17DD-1AD8-3F37-0A6EB5D8C156}"/>
          </ac:spMkLst>
        </pc:spChg>
        <pc:picChg chg="add del mod">
          <ac:chgData name="Garg, Jhanvi" userId="27d4af93-c45b-4f3c-9805-f02975bc97c9" providerId="ADAL" clId="{B69A08EE-4480-4BD7-8B61-9B95CCF88C17}" dt="2024-07-10T16:47:11.016" v="10401" actId="478"/>
          <ac:picMkLst>
            <pc:docMk/>
            <pc:sldMk cId="3495766959" sldId="346"/>
            <ac:picMk id="7" creationId="{C7AEB4AA-C91E-1217-E8F3-C37F05608DDB}"/>
          </ac:picMkLst>
        </pc:picChg>
        <pc:picChg chg="add del mod">
          <ac:chgData name="Garg, Jhanvi" userId="27d4af93-c45b-4f3c-9805-f02975bc97c9" providerId="ADAL" clId="{B69A08EE-4480-4BD7-8B61-9B95CCF88C17}" dt="2024-07-10T16:47:09.795" v="10400" actId="478"/>
          <ac:picMkLst>
            <pc:docMk/>
            <pc:sldMk cId="3495766959" sldId="346"/>
            <ac:picMk id="9" creationId="{D8F35B13-20D9-309F-42D3-2027D85F30E9}"/>
          </ac:picMkLst>
        </pc:picChg>
        <pc:picChg chg="add del mod">
          <ac:chgData name="Garg, Jhanvi" userId="27d4af93-c45b-4f3c-9805-f02975bc97c9" providerId="ADAL" clId="{B69A08EE-4480-4BD7-8B61-9B95CCF88C17}" dt="2024-07-10T16:47:06.470" v="10398" actId="478"/>
          <ac:picMkLst>
            <pc:docMk/>
            <pc:sldMk cId="3495766959" sldId="346"/>
            <ac:picMk id="11" creationId="{5EC00082-70F3-50C4-D11B-FDECF2C5B9BE}"/>
          </ac:picMkLst>
        </pc:picChg>
        <pc:picChg chg="add del mod">
          <ac:chgData name="Garg, Jhanvi" userId="27d4af93-c45b-4f3c-9805-f02975bc97c9" providerId="ADAL" clId="{B69A08EE-4480-4BD7-8B61-9B95CCF88C17}" dt="2024-07-10T16:47:08.359" v="10399" actId="478"/>
          <ac:picMkLst>
            <pc:docMk/>
            <pc:sldMk cId="3495766959" sldId="346"/>
            <ac:picMk id="13" creationId="{0AB53F58-0F6C-1C69-874B-16EFD7FF615A}"/>
          </ac:picMkLst>
        </pc:picChg>
      </pc:sldChg>
      <pc:sldChg chg="new del">
        <pc:chgData name="Garg, Jhanvi" userId="27d4af93-c45b-4f3c-9805-f02975bc97c9" providerId="ADAL" clId="{B69A08EE-4480-4BD7-8B61-9B95CCF88C17}" dt="2024-07-10T17:12:56.966" v="11256" actId="47"/>
        <pc:sldMkLst>
          <pc:docMk/>
          <pc:sldMk cId="1729679485" sldId="347"/>
        </pc:sldMkLst>
      </pc:sldChg>
      <pc:sldChg chg="addSp delSp modSp new mod">
        <pc:chgData name="Garg, Jhanvi" userId="27d4af93-c45b-4f3c-9805-f02975bc97c9" providerId="ADAL" clId="{B69A08EE-4480-4BD7-8B61-9B95CCF88C17}" dt="2024-07-10T18:18:04.641" v="12836" actId="115"/>
        <pc:sldMkLst>
          <pc:docMk/>
          <pc:sldMk cId="1915649199" sldId="347"/>
        </pc:sldMkLst>
        <pc:spChg chg="del mod">
          <ac:chgData name="Garg, Jhanvi" userId="27d4af93-c45b-4f3c-9805-f02975bc97c9" providerId="ADAL" clId="{B69A08EE-4480-4BD7-8B61-9B95CCF88C17}" dt="2024-07-10T17:50:15.123" v="12135" actId="478"/>
          <ac:spMkLst>
            <pc:docMk/>
            <pc:sldMk cId="1915649199" sldId="347"/>
            <ac:spMk id="3" creationId="{716CE2CC-8C3B-734A-B268-D1B606513FA1}"/>
          </ac:spMkLst>
        </pc:spChg>
        <pc:spChg chg="mod">
          <ac:chgData name="Garg, Jhanvi" userId="27d4af93-c45b-4f3c-9805-f02975bc97c9" providerId="ADAL" clId="{B69A08EE-4480-4BD7-8B61-9B95CCF88C17}" dt="2024-07-10T18:18:04.641" v="12836" actId="115"/>
          <ac:spMkLst>
            <pc:docMk/>
            <pc:sldMk cId="1915649199" sldId="347"/>
            <ac:spMk id="4" creationId="{AA285F78-DCAA-15BC-3AC9-55EA12546BBF}"/>
          </ac:spMkLst>
        </pc:spChg>
        <pc:spChg chg="del mod">
          <ac:chgData name="Garg, Jhanvi" userId="27d4af93-c45b-4f3c-9805-f02975bc97c9" providerId="ADAL" clId="{B69A08EE-4480-4BD7-8B61-9B95CCF88C17}" dt="2024-07-10T17:35:03.366" v="11644" actId="478"/>
          <ac:spMkLst>
            <pc:docMk/>
            <pc:sldMk cId="1915649199" sldId="347"/>
            <ac:spMk id="5" creationId="{28A63F54-C411-1C8E-A70A-2FF0570EBF3A}"/>
          </ac:spMkLst>
        </pc:spChg>
        <pc:spChg chg="add mod">
          <ac:chgData name="Garg, Jhanvi" userId="27d4af93-c45b-4f3c-9805-f02975bc97c9" providerId="ADAL" clId="{B69A08EE-4480-4BD7-8B61-9B95CCF88C17}" dt="2024-07-10T17:36:36.138" v="11798" actId="20577"/>
          <ac:spMkLst>
            <pc:docMk/>
            <pc:sldMk cId="1915649199" sldId="347"/>
            <ac:spMk id="6" creationId="{7CC60100-4081-2F8F-7DC1-12E09C1F5953}"/>
          </ac:spMkLst>
        </pc:spChg>
        <pc:spChg chg="add del mod">
          <ac:chgData name="Garg, Jhanvi" userId="27d4af93-c45b-4f3c-9805-f02975bc97c9" providerId="ADAL" clId="{B69A08EE-4480-4BD7-8B61-9B95CCF88C17}" dt="2024-07-10T17:38:08.205" v="11806" actId="478"/>
          <ac:spMkLst>
            <pc:docMk/>
            <pc:sldMk cId="1915649199" sldId="347"/>
            <ac:spMk id="7" creationId="{50A06115-3A90-29B5-6DC9-5E8A35262892}"/>
          </ac:spMkLst>
        </pc:spChg>
        <pc:spChg chg="add mod">
          <ac:chgData name="Garg, Jhanvi" userId="27d4af93-c45b-4f3c-9805-f02975bc97c9" providerId="ADAL" clId="{B69A08EE-4480-4BD7-8B61-9B95CCF88C17}" dt="2024-07-10T17:47:50.614" v="12101" actId="1076"/>
          <ac:spMkLst>
            <pc:docMk/>
            <pc:sldMk cId="1915649199" sldId="347"/>
            <ac:spMk id="8" creationId="{1AA0FE6C-E4C5-84F5-53F8-49D78105A1B1}"/>
          </ac:spMkLst>
        </pc:spChg>
        <pc:spChg chg="add mod">
          <ac:chgData name="Garg, Jhanvi" userId="27d4af93-c45b-4f3c-9805-f02975bc97c9" providerId="ADAL" clId="{B69A08EE-4480-4BD7-8B61-9B95CCF88C17}" dt="2024-07-10T17:47:55.350" v="12102" actId="1076"/>
          <ac:spMkLst>
            <pc:docMk/>
            <pc:sldMk cId="1915649199" sldId="347"/>
            <ac:spMk id="9" creationId="{E198D40A-AF0F-85BD-9933-21DFD6B9E1FD}"/>
          </ac:spMkLst>
        </pc:spChg>
        <pc:spChg chg="add del mod">
          <ac:chgData name="Garg, Jhanvi" userId="27d4af93-c45b-4f3c-9805-f02975bc97c9" providerId="ADAL" clId="{B69A08EE-4480-4BD7-8B61-9B95CCF88C17}" dt="2024-07-10T17:41:15.160" v="11877" actId="478"/>
          <ac:spMkLst>
            <pc:docMk/>
            <pc:sldMk cId="1915649199" sldId="347"/>
            <ac:spMk id="10" creationId="{19769B4B-ABDC-B6EB-05B6-60C5703B2EC0}"/>
          </ac:spMkLst>
        </pc:spChg>
        <pc:spChg chg="add mod">
          <ac:chgData name="Garg, Jhanvi" userId="27d4af93-c45b-4f3c-9805-f02975bc97c9" providerId="ADAL" clId="{B69A08EE-4480-4BD7-8B61-9B95CCF88C17}" dt="2024-07-10T17:48:07.721" v="12105" actId="1076"/>
          <ac:spMkLst>
            <pc:docMk/>
            <pc:sldMk cId="1915649199" sldId="347"/>
            <ac:spMk id="11" creationId="{A72BBD73-2370-B11D-FBBF-836E27142549}"/>
          </ac:spMkLst>
        </pc:spChg>
        <pc:spChg chg="add mod">
          <ac:chgData name="Garg, Jhanvi" userId="27d4af93-c45b-4f3c-9805-f02975bc97c9" providerId="ADAL" clId="{B69A08EE-4480-4BD7-8B61-9B95CCF88C17}" dt="2024-07-10T17:49:02.174" v="12118" actId="1076"/>
          <ac:spMkLst>
            <pc:docMk/>
            <pc:sldMk cId="1915649199" sldId="347"/>
            <ac:spMk id="12" creationId="{8147532B-DD2D-2DBD-E8C0-AE8313743B15}"/>
          </ac:spMkLst>
        </pc:spChg>
        <pc:spChg chg="add mod">
          <ac:chgData name="Garg, Jhanvi" userId="27d4af93-c45b-4f3c-9805-f02975bc97c9" providerId="ADAL" clId="{B69A08EE-4480-4BD7-8B61-9B95CCF88C17}" dt="2024-07-10T17:48:44.066" v="12115" actId="1076"/>
          <ac:spMkLst>
            <pc:docMk/>
            <pc:sldMk cId="1915649199" sldId="347"/>
            <ac:spMk id="19" creationId="{22483B76-6DFB-1821-73A5-4C4F3DE59F69}"/>
          </ac:spMkLst>
        </pc:spChg>
        <pc:spChg chg="add mod">
          <ac:chgData name="Garg, Jhanvi" userId="27d4af93-c45b-4f3c-9805-f02975bc97c9" providerId="ADAL" clId="{B69A08EE-4480-4BD7-8B61-9B95CCF88C17}" dt="2024-07-10T17:48:37.097" v="12114" actId="1076"/>
          <ac:spMkLst>
            <pc:docMk/>
            <pc:sldMk cId="1915649199" sldId="347"/>
            <ac:spMk id="20" creationId="{E2D239A1-CC80-A29B-4704-74AA1BE39753}"/>
          </ac:spMkLst>
        </pc:spChg>
        <pc:spChg chg="add mod">
          <ac:chgData name="Garg, Jhanvi" userId="27d4af93-c45b-4f3c-9805-f02975bc97c9" providerId="ADAL" clId="{B69A08EE-4480-4BD7-8B61-9B95CCF88C17}" dt="2024-07-10T17:51:24.881" v="12155" actId="1076"/>
          <ac:spMkLst>
            <pc:docMk/>
            <pc:sldMk cId="1915649199" sldId="347"/>
            <ac:spMk id="37" creationId="{C851111D-B462-1E5C-E280-E01D3ED4008C}"/>
          </ac:spMkLst>
        </pc:spChg>
        <pc:spChg chg="add mod">
          <ac:chgData name="Garg, Jhanvi" userId="27d4af93-c45b-4f3c-9805-f02975bc97c9" providerId="ADAL" clId="{B69A08EE-4480-4BD7-8B61-9B95CCF88C17}" dt="2024-07-10T17:51:33.608" v="12160" actId="20577"/>
          <ac:spMkLst>
            <pc:docMk/>
            <pc:sldMk cId="1915649199" sldId="347"/>
            <ac:spMk id="38" creationId="{166AC1BD-9A23-8FDA-AA14-3C63605B8DFC}"/>
          </ac:spMkLst>
        </pc:spChg>
        <pc:picChg chg="add del mod">
          <ac:chgData name="Garg, Jhanvi" userId="27d4af93-c45b-4f3c-9805-f02975bc97c9" providerId="ADAL" clId="{B69A08EE-4480-4BD7-8B61-9B95CCF88C17}" dt="2024-07-10T17:49:36.200" v="12124" actId="478"/>
          <ac:picMkLst>
            <pc:docMk/>
            <pc:sldMk cId="1915649199" sldId="347"/>
            <ac:picMk id="22" creationId="{7DCA6367-BA13-6D88-8183-87813EF1F819}"/>
          </ac:picMkLst>
        </pc:picChg>
        <pc:picChg chg="add del mod">
          <ac:chgData name="Garg, Jhanvi" userId="27d4af93-c45b-4f3c-9805-f02975bc97c9" providerId="ADAL" clId="{B69A08EE-4480-4BD7-8B61-9B95CCF88C17}" dt="2024-07-10T17:49:36.200" v="12124" actId="478"/>
          <ac:picMkLst>
            <pc:docMk/>
            <pc:sldMk cId="1915649199" sldId="347"/>
            <ac:picMk id="24" creationId="{F6350DCC-A704-6DCE-BA87-A067CD9ED69F}"/>
          </ac:picMkLst>
        </pc:picChg>
        <pc:picChg chg="add del mod">
          <ac:chgData name="Garg, Jhanvi" userId="27d4af93-c45b-4f3c-9805-f02975bc97c9" providerId="ADAL" clId="{B69A08EE-4480-4BD7-8B61-9B95CCF88C17}" dt="2024-07-10T17:49:36.200" v="12124" actId="478"/>
          <ac:picMkLst>
            <pc:docMk/>
            <pc:sldMk cId="1915649199" sldId="347"/>
            <ac:picMk id="26" creationId="{32492C64-2D8A-ED7F-EE12-FA71A50371C5}"/>
          </ac:picMkLst>
        </pc:picChg>
        <pc:picChg chg="add del mod">
          <ac:chgData name="Garg, Jhanvi" userId="27d4af93-c45b-4f3c-9805-f02975bc97c9" providerId="ADAL" clId="{B69A08EE-4480-4BD7-8B61-9B95CCF88C17}" dt="2024-07-10T17:49:36.200" v="12124" actId="478"/>
          <ac:picMkLst>
            <pc:docMk/>
            <pc:sldMk cId="1915649199" sldId="347"/>
            <ac:picMk id="28" creationId="{9281D1FC-2D58-6822-86E7-FB10B3FD0F47}"/>
          </ac:picMkLst>
        </pc:picChg>
        <pc:picChg chg="add mod">
          <ac:chgData name="Garg, Jhanvi" userId="27d4af93-c45b-4f3c-9805-f02975bc97c9" providerId="ADAL" clId="{B69A08EE-4480-4BD7-8B61-9B95CCF88C17}" dt="2024-07-10T17:49:59.774" v="12131" actId="14100"/>
          <ac:picMkLst>
            <pc:docMk/>
            <pc:sldMk cId="1915649199" sldId="347"/>
            <ac:picMk id="30" creationId="{3353E298-BC5C-07D8-8AF6-FDFD3903CC77}"/>
          </ac:picMkLst>
        </pc:picChg>
        <pc:picChg chg="add mod">
          <ac:chgData name="Garg, Jhanvi" userId="27d4af93-c45b-4f3c-9805-f02975bc97c9" providerId="ADAL" clId="{B69A08EE-4480-4BD7-8B61-9B95CCF88C17}" dt="2024-07-10T17:49:55.728" v="12129" actId="14100"/>
          <ac:picMkLst>
            <pc:docMk/>
            <pc:sldMk cId="1915649199" sldId="347"/>
            <ac:picMk id="32" creationId="{BF297DF1-D1CD-5CDE-CF78-130467F7D7B4}"/>
          </ac:picMkLst>
        </pc:picChg>
        <pc:picChg chg="add mod">
          <ac:chgData name="Garg, Jhanvi" userId="27d4af93-c45b-4f3c-9805-f02975bc97c9" providerId="ADAL" clId="{B69A08EE-4480-4BD7-8B61-9B95CCF88C17}" dt="2024-07-10T17:50:11.678" v="12133" actId="1076"/>
          <ac:picMkLst>
            <pc:docMk/>
            <pc:sldMk cId="1915649199" sldId="347"/>
            <ac:picMk id="34" creationId="{C8EC51A8-B9BB-ABF2-5AAE-E81EC21DCC5E}"/>
          </ac:picMkLst>
        </pc:picChg>
        <pc:picChg chg="add mod">
          <ac:chgData name="Garg, Jhanvi" userId="27d4af93-c45b-4f3c-9805-f02975bc97c9" providerId="ADAL" clId="{B69A08EE-4480-4BD7-8B61-9B95CCF88C17}" dt="2024-07-10T17:50:25.990" v="12137" actId="1076"/>
          <ac:picMkLst>
            <pc:docMk/>
            <pc:sldMk cId="1915649199" sldId="347"/>
            <ac:picMk id="36" creationId="{774BF9B0-05A1-B867-BD32-00356E777AD2}"/>
          </ac:picMkLst>
        </pc:picChg>
        <pc:cxnChg chg="add mod">
          <ac:chgData name="Garg, Jhanvi" userId="27d4af93-c45b-4f3c-9805-f02975bc97c9" providerId="ADAL" clId="{B69A08EE-4480-4BD7-8B61-9B95CCF88C17}" dt="2024-07-10T17:47:58.911" v="12103" actId="1076"/>
          <ac:cxnSpMkLst>
            <pc:docMk/>
            <pc:sldMk cId="1915649199" sldId="347"/>
            <ac:cxnSpMk id="14" creationId="{93077071-C57D-49A9-F4AA-D797E4514858}"/>
          </ac:cxnSpMkLst>
        </pc:cxnChg>
        <pc:cxnChg chg="add mod">
          <ac:chgData name="Garg, Jhanvi" userId="27d4af93-c45b-4f3c-9805-f02975bc97c9" providerId="ADAL" clId="{B69A08EE-4480-4BD7-8B61-9B95CCF88C17}" dt="2024-07-10T17:48:58.697" v="12117" actId="1076"/>
          <ac:cxnSpMkLst>
            <pc:docMk/>
            <pc:sldMk cId="1915649199" sldId="347"/>
            <ac:cxnSpMk id="16" creationId="{243B21D9-3335-BBD6-7207-225A930DA649}"/>
          </ac:cxnSpMkLst>
        </pc:cxnChg>
      </pc:sldChg>
      <pc:sldChg chg="addSp delSp modSp add del mod chgLayout">
        <pc:chgData name="Garg, Jhanvi" userId="27d4af93-c45b-4f3c-9805-f02975bc97c9" providerId="ADAL" clId="{B69A08EE-4480-4BD7-8B61-9B95CCF88C17}" dt="2024-07-10T17:33:41.825" v="11641" actId="47"/>
        <pc:sldMkLst>
          <pc:docMk/>
          <pc:sldMk cId="2053996922" sldId="347"/>
        </pc:sldMkLst>
        <pc:spChg chg="mod ord">
          <ac:chgData name="Garg, Jhanvi" userId="27d4af93-c45b-4f3c-9805-f02975bc97c9" providerId="ADAL" clId="{B69A08EE-4480-4BD7-8B61-9B95CCF88C17}" dt="2024-07-10T17:33:32.431" v="11639" actId="700"/>
          <ac:spMkLst>
            <pc:docMk/>
            <pc:sldMk cId="2053996922" sldId="347"/>
            <ac:spMk id="2" creationId="{BFD9736F-3E20-EDE4-6705-40950CDAF4E7}"/>
          </ac:spMkLst>
        </pc:spChg>
        <pc:spChg chg="add del mod ord">
          <ac:chgData name="Garg, Jhanvi" userId="27d4af93-c45b-4f3c-9805-f02975bc97c9" providerId="ADAL" clId="{B69A08EE-4480-4BD7-8B61-9B95CCF88C17}" dt="2024-07-10T17:33:39.414" v="11640" actId="478"/>
          <ac:spMkLst>
            <pc:docMk/>
            <pc:sldMk cId="2053996922" sldId="347"/>
            <ac:spMk id="4" creationId="{9145045F-CD7E-C0F6-4280-6A204B56A9BF}"/>
          </ac:spMkLst>
        </pc:spChg>
        <pc:spChg chg="mod ord">
          <ac:chgData name="Garg, Jhanvi" userId="27d4af93-c45b-4f3c-9805-f02975bc97c9" providerId="ADAL" clId="{B69A08EE-4480-4BD7-8B61-9B95CCF88C17}" dt="2024-07-10T17:33:32.431" v="11639" actId="700"/>
          <ac:spMkLst>
            <pc:docMk/>
            <pc:sldMk cId="2053996922" sldId="347"/>
            <ac:spMk id="5" creationId="{78464F0A-D84F-A33C-735E-A201B7535F01}"/>
          </ac:spMkLst>
        </pc:spChg>
        <pc:spChg chg="del">
          <ac:chgData name="Garg, Jhanvi" userId="27d4af93-c45b-4f3c-9805-f02975bc97c9" providerId="ADAL" clId="{B69A08EE-4480-4BD7-8B61-9B95CCF88C17}" dt="2024-07-10T17:33:12.511" v="11632" actId="478"/>
          <ac:spMkLst>
            <pc:docMk/>
            <pc:sldMk cId="2053996922" sldId="347"/>
            <ac:spMk id="6" creationId="{55C1EFDE-6C4D-DF22-65F0-36A65D06EC95}"/>
          </ac:spMkLst>
        </pc:spChg>
        <pc:spChg chg="del">
          <ac:chgData name="Garg, Jhanvi" userId="27d4af93-c45b-4f3c-9805-f02975bc97c9" providerId="ADAL" clId="{B69A08EE-4480-4BD7-8B61-9B95CCF88C17}" dt="2024-07-10T17:33:13.959" v="11633" actId="478"/>
          <ac:spMkLst>
            <pc:docMk/>
            <pc:sldMk cId="2053996922" sldId="347"/>
            <ac:spMk id="11" creationId="{D100569C-E527-6C3D-2DD0-F98E4F460316}"/>
          </ac:spMkLst>
        </pc:spChg>
        <pc:spChg chg="del">
          <ac:chgData name="Garg, Jhanvi" userId="27d4af93-c45b-4f3c-9805-f02975bc97c9" providerId="ADAL" clId="{B69A08EE-4480-4BD7-8B61-9B95CCF88C17}" dt="2024-07-10T17:33:08.252" v="11630" actId="478"/>
          <ac:spMkLst>
            <pc:docMk/>
            <pc:sldMk cId="2053996922" sldId="347"/>
            <ac:spMk id="18" creationId="{F931EB3D-7EB4-2068-9697-D20A7AAB122D}"/>
          </ac:spMkLst>
        </pc:spChg>
        <pc:spChg chg="del">
          <ac:chgData name="Garg, Jhanvi" userId="27d4af93-c45b-4f3c-9805-f02975bc97c9" providerId="ADAL" clId="{B69A08EE-4480-4BD7-8B61-9B95CCF88C17}" dt="2024-07-10T17:33:11.183" v="11631" actId="478"/>
          <ac:spMkLst>
            <pc:docMk/>
            <pc:sldMk cId="2053996922" sldId="347"/>
            <ac:spMk id="19" creationId="{DA7E4D16-A4EB-6C7C-0E11-A9657B73E748}"/>
          </ac:spMkLst>
        </pc:spChg>
        <pc:spChg chg="del">
          <ac:chgData name="Garg, Jhanvi" userId="27d4af93-c45b-4f3c-9805-f02975bc97c9" providerId="ADAL" clId="{B69A08EE-4480-4BD7-8B61-9B95CCF88C17}" dt="2024-07-10T17:33:07.097" v="11629" actId="478"/>
          <ac:spMkLst>
            <pc:docMk/>
            <pc:sldMk cId="2053996922" sldId="347"/>
            <ac:spMk id="25" creationId="{324D36F2-D209-8B80-E3B0-482AE63C3439}"/>
          </ac:spMkLst>
        </pc:spChg>
        <pc:spChg chg="del">
          <ac:chgData name="Garg, Jhanvi" userId="27d4af93-c45b-4f3c-9805-f02975bc97c9" providerId="ADAL" clId="{B69A08EE-4480-4BD7-8B61-9B95CCF88C17}" dt="2024-07-10T17:33:23.976" v="11638" actId="478"/>
          <ac:spMkLst>
            <pc:docMk/>
            <pc:sldMk cId="2053996922" sldId="347"/>
            <ac:spMk id="27" creationId="{BADB52B2-2125-87B6-5CE1-D99A53C67293}"/>
          </ac:spMkLst>
        </pc:spChg>
        <pc:cxnChg chg="del">
          <ac:chgData name="Garg, Jhanvi" userId="27d4af93-c45b-4f3c-9805-f02975bc97c9" providerId="ADAL" clId="{B69A08EE-4480-4BD7-8B61-9B95CCF88C17}" dt="2024-07-10T17:33:15.332" v="11634" actId="478"/>
          <ac:cxnSpMkLst>
            <pc:docMk/>
            <pc:sldMk cId="2053996922" sldId="347"/>
            <ac:cxnSpMk id="17" creationId="{844E09A3-C006-D723-95F5-5146A93592AC}"/>
          </ac:cxnSpMkLst>
        </pc:cxnChg>
        <pc:cxnChg chg="del mod">
          <ac:chgData name="Garg, Jhanvi" userId="27d4af93-c45b-4f3c-9805-f02975bc97c9" providerId="ADAL" clId="{B69A08EE-4480-4BD7-8B61-9B95CCF88C17}" dt="2024-07-10T17:33:18.444" v="11636" actId="478"/>
          <ac:cxnSpMkLst>
            <pc:docMk/>
            <pc:sldMk cId="2053996922" sldId="347"/>
            <ac:cxnSpMk id="21" creationId="{16A56984-1A58-ADDB-19A6-0FB427765D48}"/>
          </ac:cxnSpMkLst>
        </pc:cxnChg>
        <pc:cxnChg chg="del mod">
          <ac:chgData name="Garg, Jhanvi" userId="27d4af93-c45b-4f3c-9805-f02975bc97c9" providerId="ADAL" clId="{B69A08EE-4480-4BD7-8B61-9B95CCF88C17}" dt="2024-07-10T17:33:20.592" v="11637" actId="478"/>
          <ac:cxnSpMkLst>
            <pc:docMk/>
            <pc:sldMk cId="2053996922" sldId="347"/>
            <ac:cxnSpMk id="22" creationId="{D768C544-3686-D793-4E06-799E9D280EF9}"/>
          </ac:cxnSpMkLst>
        </pc:cxnChg>
        <pc:cxnChg chg="del">
          <ac:chgData name="Garg, Jhanvi" userId="27d4af93-c45b-4f3c-9805-f02975bc97c9" providerId="ADAL" clId="{B69A08EE-4480-4BD7-8B61-9B95CCF88C17}" dt="2024-07-10T17:33:17.155" v="11635" actId="478"/>
          <ac:cxnSpMkLst>
            <pc:docMk/>
            <pc:sldMk cId="2053996922" sldId="347"/>
            <ac:cxnSpMk id="26" creationId="{04EE4F74-DE0F-C135-660C-3A0931E23667}"/>
          </ac:cxnSpMkLst>
        </pc:cxnChg>
      </pc:sldChg>
      <pc:sldChg chg="delSp new del mod">
        <pc:chgData name="Garg, Jhanvi" userId="27d4af93-c45b-4f3c-9805-f02975bc97c9" providerId="ADAL" clId="{B69A08EE-4480-4BD7-8B61-9B95CCF88C17}" dt="2024-07-10T17:12:49.903" v="11255" actId="47"/>
        <pc:sldMkLst>
          <pc:docMk/>
          <pc:sldMk cId="2786702021" sldId="348"/>
        </pc:sldMkLst>
        <pc:spChg chg="del">
          <ac:chgData name="Garg, Jhanvi" userId="27d4af93-c45b-4f3c-9805-f02975bc97c9" providerId="ADAL" clId="{B69A08EE-4480-4BD7-8B61-9B95CCF88C17}" dt="2024-07-10T17:12:48.470" v="11254" actId="478"/>
          <ac:spMkLst>
            <pc:docMk/>
            <pc:sldMk cId="2786702021" sldId="348"/>
            <ac:spMk id="4" creationId="{CF2AC877-DB90-618F-58C6-F67D900CC095}"/>
          </ac:spMkLst>
        </pc:spChg>
        <pc:spChg chg="del">
          <ac:chgData name="Garg, Jhanvi" userId="27d4af93-c45b-4f3c-9805-f02975bc97c9" providerId="ADAL" clId="{B69A08EE-4480-4BD7-8B61-9B95CCF88C17}" dt="2024-07-10T17:12:42.609" v="11253" actId="478"/>
          <ac:spMkLst>
            <pc:docMk/>
            <pc:sldMk cId="2786702021" sldId="348"/>
            <ac:spMk id="5" creationId="{60A0F7EF-3A07-3D6F-C026-E55361A65A13}"/>
          </ac:spMkLst>
        </pc:spChg>
      </pc:sldChg>
      <pc:sldChg chg="addSp delSp modSp add del mod">
        <pc:chgData name="Garg, Jhanvi" userId="27d4af93-c45b-4f3c-9805-f02975bc97c9" providerId="ADAL" clId="{B69A08EE-4480-4BD7-8B61-9B95CCF88C17}" dt="2024-07-10T18:34:38.333" v="13212" actId="47"/>
        <pc:sldMkLst>
          <pc:docMk/>
          <pc:sldMk cId="2232906544" sldId="349"/>
        </pc:sldMkLst>
        <pc:spChg chg="del">
          <ac:chgData name="Garg, Jhanvi" userId="27d4af93-c45b-4f3c-9805-f02975bc97c9" providerId="ADAL" clId="{B69A08EE-4480-4BD7-8B61-9B95CCF88C17}" dt="2024-07-10T18:23:54.612" v="12978" actId="478"/>
          <ac:spMkLst>
            <pc:docMk/>
            <pc:sldMk cId="2232906544" sldId="349"/>
            <ac:spMk id="6" creationId="{6F8EE7C7-F731-9A70-0CB0-AA0B669EB90D}"/>
          </ac:spMkLst>
        </pc:spChg>
        <pc:spChg chg="del">
          <ac:chgData name="Garg, Jhanvi" userId="27d4af93-c45b-4f3c-9805-f02975bc97c9" providerId="ADAL" clId="{B69A08EE-4480-4BD7-8B61-9B95CCF88C17}" dt="2024-07-10T18:23:57.990" v="12980" actId="478"/>
          <ac:spMkLst>
            <pc:docMk/>
            <pc:sldMk cId="2232906544" sldId="349"/>
            <ac:spMk id="9" creationId="{9777F71D-BF78-D7E7-CBCD-529A8D55DC57}"/>
          </ac:spMkLst>
        </pc:spChg>
        <pc:spChg chg="del">
          <ac:chgData name="Garg, Jhanvi" userId="27d4af93-c45b-4f3c-9805-f02975bc97c9" providerId="ADAL" clId="{B69A08EE-4480-4BD7-8B61-9B95CCF88C17}" dt="2024-07-10T18:24:01.177" v="12982" actId="478"/>
          <ac:spMkLst>
            <pc:docMk/>
            <pc:sldMk cId="2232906544" sldId="349"/>
            <ac:spMk id="11" creationId="{FE017837-D92B-7B8C-7228-37C11DF986AF}"/>
          </ac:spMkLst>
        </pc:spChg>
        <pc:spChg chg="mod">
          <ac:chgData name="Garg, Jhanvi" userId="27d4af93-c45b-4f3c-9805-f02975bc97c9" providerId="ADAL" clId="{B69A08EE-4480-4BD7-8B61-9B95CCF88C17}" dt="2024-07-10T18:28:04.767" v="13047" actId="20577"/>
          <ac:spMkLst>
            <pc:docMk/>
            <pc:sldMk cId="2232906544" sldId="349"/>
            <ac:spMk id="12" creationId="{D29F0E34-756A-1393-40FB-02FD61C85D40}"/>
          </ac:spMkLst>
        </pc:spChg>
        <pc:spChg chg="del mod">
          <ac:chgData name="Garg, Jhanvi" userId="27d4af93-c45b-4f3c-9805-f02975bc97c9" providerId="ADAL" clId="{B69A08EE-4480-4BD7-8B61-9B95CCF88C17}" dt="2024-07-10T18:24:08.745" v="12984" actId="478"/>
          <ac:spMkLst>
            <pc:docMk/>
            <pc:sldMk cId="2232906544" sldId="349"/>
            <ac:spMk id="19" creationId="{97CB625E-C286-F61C-7484-BFCB99D016FA}"/>
          </ac:spMkLst>
        </pc:spChg>
        <pc:spChg chg="mod">
          <ac:chgData name="Garg, Jhanvi" userId="27d4af93-c45b-4f3c-9805-f02975bc97c9" providerId="ADAL" clId="{B69A08EE-4480-4BD7-8B61-9B95CCF88C17}" dt="2024-07-10T18:29:46.747" v="13057" actId="1076"/>
          <ac:spMkLst>
            <pc:docMk/>
            <pc:sldMk cId="2232906544" sldId="349"/>
            <ac:spMk id="20" creationId="{4EF734FB-33A7-386C-72A8-744201E470F7}"/>
          </ac:spMkLst>
        </pc:spChg>
        <pc:spChg chg="mod">
          <ac:chgData name="Garg, Jhanvi" userId="27d4af93-c45b-4f3c-9805-f02975bc97c9" providerId="ADAL" clId="{B69A08EE-4480-4BD7-8B61-9B95CCF88C17}" dt="2024-07-10T18:29:32.412" v="13052" actId="1076"/>
          <ac:spMkLst>
            <pc:docMk/>
            <pc:sldMk cId="2232906544" sldId="349"/>
            <ac:spMk id="24" creationId="{65BAC40E-76F4-78EE-F301-27CB54DC3E5C}"/>
          </ac:spMkLst>
        </pc:spChg>
        <pc:spChg chg="del mod">
          <ac:chgData name="Garg, Jhanvi" userId="27d4af93-c45b-4f3c-9805-f02975bc97c9" providerId="ADAL" clId="{B69A08EE-4480-4BD7-8B61-9B95CCF88C17}" dt="2024-07-10T18:24:11.464" v="12986" actId="478"/>
          <ac:spMkLst>
            <pc:docMk/>
            <pc:sldMk cId="2232906544" sldId="349"/>
            <ac:spMk id="46" creationId="{E791AEEA-C5DB-D3DD-61FD-E5F52379A9E6}"/>
          </ac:spMkLst>
        </pc:spChg>
        <pc:graphicFrameChg chg="add del mod modGraphic">
          <ac:chgData name="Garg, Jhanvi" userId="27d4af93-c45b-4f3c-9805-f02975bc97c9" providerId="ADAL" clId="{B69A08EE-4480-4BD7-8B61-9B95CCF88C17}" dt="2024-07-10T18:26:06.969" v="13027" actId="1032"/>
          <ac:graphicFrameMkLst>
            <pc:docMk/>
            <pc:sldMk cId="2232906544" sldId="349"/>
            <ac:graphicFrameMk id="3" creationId="{C35FBB30-606E-8346-3665-9F77CB663E6C}"/>
          </ac:graphicFrameMkLst>
        </pc:graphicFrameChg>
        <pc:graphicFrameChg chg="add del mod modGraphic">
          <ac:chgData name="Garg, Jhanvi" userId="27d4af93-c45b-4f3c-9805-f02975bc97c9" providerId="ADAL" clId="{B69A08EE-4480-4BD7-8B61-9B95CCF88C17}" dt="2024-07-10T18:27:31.480" v="13039" actId="478"/>
          <ac:graphicFrameMkLst>
            <pc:docMk/>
            <pc:sldMk cId="2232906544" sldId="349"/>
            <ac:graphicFrameMk id="25" creationId="{014D2816-BF6F-5414-D243-64B6D521D09F}"/>
          </ac:graphicFrameMkLst>
        </pc:graphicFrameChg>
        <pc:graphicFrameChg chg="add del mod modGraphic">
          <ac:chgData name="Garg, Jhanvi" userId="27d4af93-c45b-4f3c-9805-f02975bc97c9" providerId="ADAL" clId="{B69A08EE-4480-4BD7-8B61-9B95CCF88C17}" dt="2024-07-10T18:32:17.669" v="13066" actId="478"/>
          <ac:graphicFrameMkLst>
            <pc:docMk/>
            <pc:sldMk cId="2232906544" sldId="349"/>
            <ac:graphicFrameMk id="37" creationId="{F01BFB3A-7143-CD2A-F880-9A69F4C3A33A}"/>
          </ac:graphicFrameMkLst>
        </pc:graphicFrameChg>
        <pc:graphicFrameChg chg="add mod modGraphic">
          <ac:chgData name="Garg, Jhanvi" userId="27d4af93-c45b-4f3c-9805-f02975bc97c9" providerId="ADAL" clId="{B69A08EE-4480-4BD7-8B61-9B95CCF88C17}" dt="2024-07-10T18:34:27.099" v="13210" actId="14100"/>
          <ac:graphicFrameMkLst>
            <pc:docMk/>
            <pc:sldMk cId="2232906544" sldId="349"/>
            <ac:graphicFrameMk id="38" creationId="{057BED29-4407-5A9A-86B4-3302A3563327}"/>
          </ac:graphicFrameMkLst>
        </pc:graphicFrameChg>
        <pc:cxnChg chg="del">
          <ac:chgData name="Garg, Jhanvi" userId="27d4af93-c45b-4f3c-9805-f02975bc97c9" providerId="ADAL" clId="{B69A08EE-4480-4BD7-8B61-9B95CCF88C17}" dt="2024-07-10T18:23:56.624" v="12979" actId="478"/>
          <ac:cxnSpMkLst>
            <pc:docMk/>
            <pc:sldMk cId="2232906544" sldId="349"/>
            <ac:cxnSpMk id="8" creationId="{CEC34B0E-F7F5-B3E2-4314-473D632826A3}"/>
          </ac:cxnSpMkLst>
        </pc:cxnChg>
        <pc:cxnChg chg="del">
          <ac:chgData name="Garg, Jhanvi" userId="27d4af93-c45b-4f3c-9805-f02975bc97c9" providerId="ADAL" clId="{B69A08EE-4480-4BD7-8B61-9B95CCF88C17}" dt="2024-07-10T18:23:59.813" v="12981" actId="478"/>
          <ac:cxnSpMkLst>
            <pc:docMk/>
            <pc:sldMk cId="2232906544" sldId="349"/>
            <ac:cxnSpMk id="10" creationId="{1327E353-1431-78A1-10F5-5A4D911736F4}"/>
          </ac:cxnSpMkLst>
        </pc:cxnChg>
        <pc:cxnChg chg="mod">
          <ac:chgData name="Garg, Jhanvi" userId="27d4af93-c45b-4f3c-9805-f02975bc97c9" providerId="ADAL" clId="{B69A08EE-4480-4BD7-8B61-9B95CCF88C17}" dt="2024-07-10T18:30:25.415" v="13063" actId="14100"/>
          <ac:cxnSpMkLst>
            <pc:docMk/>
            <pc:sldMk cId="2232906544" sldId="349"/>
            <ac:cxnSpMk id="16" creationId="{809E08DD-E162-EE4B-7631-7635D6BD9255}"/>
          </ac:cxnSpMkLst>
        </pc:cxnChg>
        <pc:cxnChg chg="mod">
          <ac:chgData name="Garg, Jhanvi" userId="27d4af93-c45b-4f3c-9805-f02975bc97c9" providerId="ADAL" clId="{B69A08EE-4480-4BD7-8B61-9B95CCF88C17}" dt="2024-07-10T18:29:53" v="13058" actId="14100"/>
          <ac:cxnSpMkLst>
            <pc:docMk/>
            <pc:sldMk cId="2232906544" sldId="349"/>
            <ac:cxnSpMk id="23" creationId="{A18E703F-105F-EF4D-2F40-09058478617B}"/>
          </ac:cxnSpMkLst>
        </pc:cxnChg>
      </pc:sldChg>
      <pc:sldChg chg="addSp delSp modSp new mod">
        <pc:chgData name="Garg, Jhanvi" userId="27d4af93-c45b-4f3c-9805-f02975bc97c9" providerId="ADAL" clId="{B69A08EE-4480-4BD7-8B61-9B95CCF88C17}" dt="2024-07-10T18:48:06.677" v="13845" actId="1076"/>
        <pc:sldMkLst>
          <pc:docMk/>
          <pc:sldMk cId="276856514" sldId="350"/>
        </pc:sldMkLst>
        <pc:spChg chg="del">
          <ac:chgData name="Garg, Jhanvi" userId="27d4af93-c45b-4f3c-9805-f02975bc97c9" providerId="ADAL" clId="{B69A08EE-4480-4BD7-8B61-9B95CCF88C17}" dt="2024-07-10T18:42:09.675" v="13532" actId="478"/>
          <ac:spMkLst>
            <pc:docMk/>
            <pc:sldMk cId="276856514" sldId="350"/>
            <ac:spMk id="3" creationId="{546D41A0-489D-AF2B-A259-E42B4C6223F9}"/>
          </ac:spMkLst>
        </pc:spChg>
        <pc:spChg chg="del mod">
          <ac:chgData name="Garg, Jhanvi" userId="27d4af93-c45b-4f3c-9805-f02975bc97c9" providerId="ADAL" clId="{B69A08EE-4480-4BD7-8B61-9B95CCF88C17}" dt="2024-07-10T18:34:55.450" v="13224" actId="478"/>
          <ac:spMkLst>
            <pc:docMk/>
            <pc:sldMk cId="276856514" sldId="350"/>
            <ac:spMk id="4" creationId="{46B288DC-5CAE-6036-6DF9-7250E53F7157}"/>
          </ac:spMkLst>
        </pc:spChg>
        <pc:spChg chg="mod">
          <ac:chgData name="Garg, Jhanvi" userId="27d4af93-c45b-4f3c-9805-f02975bc97c9" providerId="ADAL" clId="{B69A08EE-4480-4BD7-8B61-9B95CCF88C17}" dt="2024-07-10T18:36:27.762" v="13252" actId="14100"/>
          <ac:spMkLst>
            <pc:docMk/>
            <pc:sldMk cId="276856514" sldId="350"/>
            <ac:spMk id="5" creationId="{365DDB7F-1F18-106D-A8C9-1E2EE357EDBC}"/>
          </ac:spMkLst>
        </pc:spChg>
        <pc:spChg chg="add mod">
          <ac:chgData name="Garg, Jhanvi" userId="27d4af93-c45b-4f3c-9805-f02975bc97c9" providerId="ADAL" clId="{B69A08EE-4480-4BD7-8B61-9B95CCF88C17}" dt="2024-07-10T18:46:49.719" v="13792" actId="1076"/>
          <ac:spMkLst>
            <pc:docMk/>
            <pc:sldMk cId="276856514" sldId="350"/>
            <ac:spMk id="7" creationId="{C4123F92-BAF2-F632-58F8-B6001BA9DF64}"/>
          </ac:spMkLst>
        </pc:spChg>
        <pc:spChg chg="add mod">
          <ac:chgData name="Garg, Jhanvi" userId="27d4af93-c45b-4f3c-9805-f02975bc97c9" providerId="ADAL" clId="{B69A08EE-4480-4BD7-8B61-9B95CCF88C17}" dt="2024-07-10T18:48:06.677" v="13845" actId="1076"/>
          <ac:spMkLst>
            <pc:docMk/>
            <pc:sldMk cId="276856514" sldId="350"/>
            <ac:spMk id="8" creationId="{6451AB8F-E07A-4257-24F1-7A62CC95092E}"/>
          </ac:spMkLst>
        </pc:spChg>
        <pc:spChg chg="add mod">
          <ac:chgData name="Garg, Jhanvi" userId="27d4af93-c45b-4f3c-9805-f02975bc97c9" providerId="ADAL" clId="{B69A08EE-4480-4BD7-8B61-9B95CCF88C17}" dt="2024-07-10T18:48:01.257" v="13844" actId="1076"/>
          <ac:spMkLst>
            <pc:docMk/>
            <pc:sldMk cId="276856514" sldId="350"/>
            <ac:spMk id="9" creationId="{1901B587-17CD-5EEA-FC2B-E1048A8391E1}"/>
          </ac:spMkLst>
        </pc:spChg>
        <pc:spChg chg="add mod">
          <ac:chgData name="Garg, Jhanvi" userId="27d4af93-c45b-4f3c-9805-f02975bc97c9" providerId="ADAL" clId="{B69A08EE-4480-4BD7-8B61-9B95CCF88C17}" dt="2024-07-10T18:47:53" v="13835" actId="14100"/>
          <ac:spMkLst>
            <pc:docMk/>
            <pc:sldMk cId="276856514" sldId="350"/>
            <ac:spMk id="10" creationId="{2744F221-8CF2-262A-401C-9D6D55F3510F}"/>
          </ac:spMkLst>
        </pc:spChg>
        <pc:graphicFrameChg chg="add mod modGraphic">
          <ac:chgData name="Garg, Jhanvi" userId="27d4af93-c45b-4f3c-9805-f02975bc97c9" providerId="ADAL" clId="{B69A08EE-4480-4BD7-8B61-9B95CCF88C17}" dt="2024-07-10T18:47:45.625" v="13833" actId="1076"/>
          <ac:graphicFrameMkLst>
            <pc:docMk/>
            <pc:sldMk cId="276856514" sldId="350"/>
            <ac:graphicFrameMk id="6" creationId="{C50F102F-F9D6-54D4-E098-43E9BFFA3B17}"/>
          </ac:graphicFrameMkLst>
        </pc:graphicFrameChg>
      </pc:sldChg>
      <pc:sldChg chg="addSp delSp modSp new mod">
        <pc:chgData name="Garg, Jhanvi" userId="27d4af93-c45b-4f3c-9805-f02975bc97c9" providerId="ADAL" clId="{B69A08EE-4480-4BD7-8B61-9B95CCF88C17}" dt="2024-07-10T19:54:28.095" v="16320" actId="20577"/>
        <pc:sldMkLst>
          <pc:docMk/>
          <pc:sldMk cId="2104007296" sldId="351"/>
        </pc:sldMkLst>
        <pc:spChg chg="del mod">
          <ac:chgData name="Garg, Jhanvi" userId="27d4af93-c45b-4f3c-9805-f02975bc97c9" providerId="ADAL" clId="{B69A08EE-4480-4BD7-8B61-9B95CCF88C17}" dt="2024-07-10T19:32:56.566" v="16183" actId="478"/>
          <ac:spMkLst>
            <pc:docMk/>
            <pc:sldMk cId="2104007296" sldId="351"/>
            <ac:spMk id="3" creationId="{B55C5B06-BCEE-C227-4C9E-7902286F4379}"/>
          </ac:spMkLst>
        </pc:spChg>
        <pc:spChg chg="del">
          <ac:chgData name="Garg, Jhanvi" userId="27d4af93-c45b-4f3c-9805-f02975bc97c9" providerId="ADAL" clId="{B69A08EE-4480-4BD7-8B61-9B95CCF88C17}" dt="2024-07-10T19:05:47.479" v="14627"/>
          <ac:spMkLst>
            <pc:docMk/>
            <pc:sldMk cId="2104007296" sldId="351"/>
            <ac:spMk id="4" creationId="{6C278694-9D81-D5E6-54AB-64C1F2722C9E}"/>
          </ac:spMkLst>
        </pc:spChg>
        <pc:spChg chg="del">
          <ac:chgData name="Garg, Jhanvi" userId="27d4af93-c45b-4f3c-9805-f02975bc97c9" providerId="ADAL" clId="{B69A08EE-4480-4BD7-8B61-9B95CCF88C17}" dt="2024-07-10T19:30:06.963" v="16101" actId="478"/>
          <ac:spMkLst>
            <pc:docMk/>
            <pc:sldMk cId="2104007296" sldId="351"/>
            <ac:spMk id="5" creationId="{BA7574B4-9618-7EBC-E361-2480394773D6}"/>
          </ac:spMkLst>
        </pc:spChg>
        <pc:spChg chg="add mod">
          <ac:chgData name="Garg, Jhanvi" userId="27d4af93-c45b-4f3c-9805-f02975bc97c9" providerId="ADAL" clId="{B69A08EE-4480-4BD7-8B61-9B95CCF88C17}" dt="2024-07-10T19:54:28.095" v="16320" actId="20577"/>
          <ac:spMkLst>
            <pc:docMk/>
            <pc:sldMk cId="2104007296" sldId="351"/>
            <ac:spMk id="6" creationId="{2C2791E2-3826-6BF8-9526-1BA5C9619D85}"/>
          </ac:spMkLst>
        </pc:spChg>
        <pc:spChg chg="add mod">
          <ac:chgData name="Garg, Jhanvi" userId="27d4af93-c45b-4f3c-9805-f02975bc97c9" providerId="ADAL" clId="{B69A08EE-4480-4BD7-8B61-9B95CCF88C17}" dt="2024-07-10T19:32:42.056" v="16178" actId="1076"/>
          <ac:spMkLst>
            <pc:docMk/>
            <pc:sldMk cId="2104007296" sldId="351"/>
            <ac:spMk id="7" creationId="{2A77FF1F-1A69-B1DC-61E7-195BF50CCBCE}"/>
          </ac:spMkLst>
        </pc:spChg>
        <pc:spChg chg="add mod">
          <ac:chgData name="Garg, Jhanvi" userId="27d4af93-c45b-4f3c-9805-f02975bc97c9" providerId="ADAL" clId="{B69A08EE-4480-4BD7-8B61-9B95CCF88C17}" dt="2024-07-10T19:36:56.712" v="16217" actId="207"/>
          <ac:spMkLst>
            <pc:docMk/>
            <pc:sldMk cId="2104007296" sldId="351"/>
            <ac:spMk id="8" creationId="{50FDE0A8-729F-7F49-2366-C266D5EBB527}"/>
          </ac:spMkLst>
        </pc:spChg>
        <pc:spChg chg="add mod">
          <ac:chgData name="Garg, Jhanvi" userId="27d4af93-c45b-4f3c-9805-f02975bc97c9" providerId="ADAL" clId="{B69A08EE-4480-4BD7-8B61-9B95CCF88C17}" dt="2024-07-10T19:32:52.931" v="16181" actId="688"/>
          <ac:spMkLst>
            <pc:docMk/>
            <pc:sldMk cId="2104007296" sldId="351"/>
            <ac:spMk id="9" creationId="{D741F7CA-D855-C9FC-10A0-BEC2256B74C5}"/>
          </ac:spMkLst>
        </pc:spChg>
        <pc:spChg chg="add mod">
          <ac:chgData name="Garg, Jhanvi" userId="27d4af93-c45b-4f3c-9805-f02975bc97c9" providerId="ADAL" clId="{B69A08EE-4480-4BD7-8B61-9B95CCF88C17}" dt="2024-07-10T19:40:50.757" v="16228" actId="20577"/>
          <ac:spMkLst>
            <pc:docMk/>
            <pc:sldMk cId="2104007296" sldId="351"/>
            <ac:spMk id="11" creationId="{BD459EC0-5451-DF13-8918-E58445E00075}"/>
          </ac:spMkLst>
        </pc:spChg>
        <pc:spChg chg="add mod">
          <ac:chgData name="Garg, Jhanvi" userId="27d4af93-c45b-4f3c-9805-f02975bc97c9" providerId="ADAL" clId="{B69A08EE-4480-4BD7-8B61-9B95CCF88C17}" dt="2024-07-10T19:43:18.496" v="16309" actId="14100"/>
          <ac:spMkLst>
            <pc:docMk/>
            <pc:sldMk cId="2104007296" sldId="351"/>
            <ac:spMk id="12" creationId="{D3F42F09-C0D5-377F-6BF1-86C7C8E58D7C}"/>
          </ac:spMkLst>
        </pc:spChg>
        <pc:spChg chg="add mod">
          <ac:chgData name="Garg, Jhanvi" userId="27d4af93-c45b-4f3c-9805-f02975bc97c9" providerId="ADAL" clId="{B69A08EE-4480-4BD7-8B61-9B95CCF88C17}" dt="2024-07-10T19:33:49.741" v="16205" actId="113"/>
          <ac:spMkLst>
            <pc:docMk/>
            <pc:sldMk cId="2104007296" sldId="351"/>
            <ac:spMk id="13" creationId="{3E86FA0C-E66C-8267-26F6-16BDA31F479C}"/>
          </ac:spMkLst>
        </pc:spChg>
        <pc:spChg chg="add mod">
          <ac:chgData name="Garg, Jhanvi" userId="27d4af93-c45b-4f3c-9805-f02975bc97c9" providerId="ADAL" clId="{B69A08EE-4480-4BD7-8B61-9B95CCF88C17}" dt="2024-07-10T19:34:03.286" v="16215" actId="1076"/>
          <ac:spMkLst>
            <pc:docMk/>
            <pc:sldMk cId="2104007296" sldId="351"/>
            <ac:spMk id="14" creationId="{74D8C27F-843F-806F-9246-53D2D0A24339}"/>
          </ac:spMkLst>
        </pc:spChg>
      </pc:sldChg>
      <pc:sldChg chg="addSp modSp new del mod">
        <pc:chgData name="Garg, Jhanvi" userId="27d4af93-c45b-4f3c-9805-f02975bc97c9" providerId="ADAL" clId="{B69A08EE-4480-4BD7-8B61-9B95CCF88C17}" dt="2024-07-10T18:59:12.423" v="14622" actId="47"/>
        <pc:sldMkLst>
          <pc:docMk/>
          <pc:sldMk cId="2672070547" sldId="351"/>
        </pc:sldMkLst>
        <pc:spChg chg="mod">
          <ac:chgData name="Garg, Jhanvi" userId="27d4af93-c45b-4f3c-9805-f02975bc97c9" providerId="ADAL" clId="{B69A08EE-4480-4BD7-8B61-9B95CCF88C17}" dt="2024-07-10T18:51:58.116" v="14081"/>
          <ac:spMkLst>
            <pc:docMk/>
            <pc:sldMk cId="2672070547" sldId="351"/>
            <ac:spMk id="4" creationId="{9F6F0569-D44E-328C-E095-6A9BD2FF75F4}"/>
          </ac:spMkLst>
        </pc:spChg>
        <pc:spChg chg="add mod">
          <ac:chgData name="Garg, Jhanvi" userId="27d4af93-c45b-4f3c-9805-f02975bc97c9" providerId="ADAL" clId="{B69A08EE-4480-4BD7-8B61-9B95CCF88C17}" dt="2024-07-10T18:52:06.904" v="14084" actId="1076"/>
          <ac:spMkLst>
            <pc:docMk/>
            <pc:sldMk cId="2672070547" sldId="351"/>
            <ac:spMk id="6" creationId="{D09C1B59-8147-DF1C-B570-8573C05065F9}"/>
          </ac:spMkLst>
        </pc:spChg>
      </pc:sldChg>
      <pc:sldChg chg="addSp delSp modSp new mod">
        <pc:chgData name="Garg, Jhanvi" userId="27d4af93-c45b-4f3c-9805-f02975bc97c9" providerId="ADAL" clId="{B69A08EE-4480-4BD7-8B61-9B95CCF88C17}" dt="2024-07-10T20:36:51.154" v="16808" actId="255"/>
        <pc:sldMkLst>
          <pc:docMk/>
          <pc:sldMk cId="943676771" sldId="352"/>
        </pc:sldMkLst>
        <pc:spChg chg="mod">
          <ac:chgData name="Garg, Jhanvi" userId="27d4af93-c45b-4f3c-9805-f02975bc97c9" providerId="ADAL" clId="{B69A08EE-4480-4BD7-8B61-9B95CCF88C17}" dt="2024-07-10T20:36:51.154" v="16808" actId="255"/>
          <ac:spMkLst>
            <pc:docMk/>
            <pc:sldMk cId="943676771" sldId="352"/>
            <ac:spMk id="4" creationId="{145361B1-3524-F7C0-8DFD-D0BDC4E57580}"/>
          </ac:spMkLst>
        </pc:spChg>
        <pc:spChg chg="del">
          <ac:chgData name="Garg, Jhanvi" userId="27d4af93-c45b-4f3c-9805-f02975bc97c9" providerId="ADAL" clId="{B69A08EE-4480-4BD7-8B61-9B95CCF88C17}" dt="2024-07-10T20:16:33.194" v="16486" actId="478"/>
          <ac:spMkLst>
            <pc:docMk/>
            <pc:sldMk cId="943676771" sldId="352"/>
            <ac:spMk id="5" creationId="{39D471E3-F0A2-A8E5-1EC8-FB06B6E81B94}"/>
          </ac:spMkLst>
        </pc:spChg>
        <pc:spChg chg="add del mod">
          <ac:chgData name="Garg, Jhanvi" userId="27d4af93-c45b-4f3c-9805-f02975bc97c9" providerId="ADAL" clId="{B69A08EE-4480-4BD7-8B61-9B95CCF88C17}" dt="2024-07-10T20:32:47.722" v="16728" actId="478"/>
          <ac:spMkLst>
            <pc:docMk/>
            <pc:sldMk cId="943676771" sldId="352"/>
            <ac:spMk id="7" creationId="{DBCC2F5A-0C61-354F-88AB-530BE0DC6E2F}"/>
          </ac:spMkLst>
        </pc:spChg>
      </pc:sldChg>
      <pc:sldChg chg="delSp new del mod">
        <pc:chgData name="Garg, Jhanvi" userId="27d4af93-c45b-4f3c-9805-f02975bc97c9" providerId="ADAL" clId="{B69A08EE-4480-4BD7-8B61-9B95CCF88C17}" dt="2024-07-12T13:26:15.101" v="16828" actId="47"/>
        <pc:sldMkLst>
          <pc:docMk/>
          <pc:sldMk cId="2923864199" sldId="363"/>
        </pc:sldMkLst>
        <pc:spChg chg="del">
          <ac:chgData name="Garg, Jhanvi" userId="27d4af93-c45b-4f3c-9805-f02975bc97c9" providerId="ADAL" clId="{B69A08EE-4480-4BD7-8B61-9B95CCF88C17}" dt="2024-07-12T13:26:03.282" v="16825" actId="478"/>
          <ac:spMkLst>
            <pc:docMk/>
            <pc:sldMk cId="2923864199" sldId="363"/>
            <ac:spMk id="2" creationId="{344E47E1-85B9-3531-D77E-7010FA8E53BE}"/>
          </ac:spMkLst>
        </pc:spChg>
        <pc:spChg chg="del">
          <ac:chgData name="Garg, Jhanvi" userId="27d4af93-c45b-4f3c-9805-f02975bc97c9" providerId="ADAL" clId="{B69A08EE-4480-4BD7-8B61-9B95CCF88C17}" dt="2024-07-12T13:26:05.590" v="16826" actId="478"/>
          <ac:spMkLst>
            <pc:docMk/>
            <pc:sldMk cId="2923864199" sldId="363"/>
            <ac:spMk id="3" creationId="{BC8F68C0-CE98-D888-847D-D7C0160C818E}"/>
          </ac:spMkLst>
        </pc:spChg>
        <pc:spChg chg="del">
          <ac:chgData name="Garg, Jhanvi" userId="27d4af93-c45b-4f3c-9805-f02975bc97c9" providerId="ADAL" clId="{B69A08EE-4480-4BD7-8B61-9B95CCF88C17}" dt="2024-07-12T13:25:56.470" v="16824" actId="478"/>
          <ac:spMkLst>
            <pc:docMk/>
            <pc:sldMk cId="2923864199" sldId="363"/>
            <ac:spMk id="6" creationId="{4A649A78-3D22-A4F3-E61C-30416F889392}"/>
          </ac:spMkLst>
        </pc:spChg>
      </pc:sldChg>
      <pc:sldChg chg="add">
        <pc:chgData name="Garg, Jhanvi" userId="27d4af93-c45b-4f3c-9805-f02975bc97c9" providerId="ADAL" clId="{B69A08EE-4480-4BD7-8B61-9B95CCF88C17}" dt="2024-07-12T13:26:26.757" v="16829"/>
        <pc:sldMkLst>
          <pc:docMk/>
          <pc:sldMk cId="2769605852" sldId="564"/>
        </pc:sldMkLst>
      </pc:sldChg>
      <pc:sldChg chg="add">
        <pc:chgData name="Garg, Jhanvi" userId="27d4af93-c45b-4f3c-9805-f02975bc97c9" providerId="ADAL" clId="{B69A08EE-4480-4BD7-8B61-9B95CCF88C17}" dt="2024-07-12T13:26:07.091" v="16827"/>
        <pc:sldMkLst>
          <pc:docMk/>
          <pc:sldMk cId="2131745442" sldId="565"/>
        </pc:sldMkLst>
      </pc:sldChg>
    </pc:docChg>
  </pc:docChgLst>
  <pc:docChgLst>
    <pc:chgData name="Singh, Ravinder" userId="0eb443ab-daaa-4feb-a0be-29c589350732" providerId="ADAL" clId="{3F096C92-0B4F-4BD8-B52A-C58467BED20E}"/>
    <pc:docChg chg="undo custSel addSld delSld modSld sldOrd">
      <pc:chgData name="Singh, Ravinder" userId="0eb443ab-daaa-4feb-a0be-29c589350732" providerId="ADAL" clId="{3F096C92-0B4F-4BD8-B52A-C58467BED20E}" dt="2024-06-25T19:16:58.021" v="1195" actId="20577"/>
      <pc:docMkLst>
        <pc:docMk/>
      </pc:docMkLst>
      <pc:sldChg chg="del">
        <pc:chgData name="Singh, Ravinder" userId="0eb443ab-daaa-4feb-a0be-29c589350732" providerId="ADAL" clId="{3F096C92-0B4F-4BD8-B52A-C58467BED20E}" dt="2024-06-25T15:19:45.690" v="0" actId="2696"/>
        <pc:sldMkLst>
          <pc:docMk/>
          <pc:sldMk cId="0" sldId="257"/>
        </pc:sldMkLst>
      </pc:sldChg>
      <pc:sldChg chg="del">
        <pc:chgData name="Singh, Ravinder" userId="0eb443ab-daaa-4feb-a0be-29c589350732" providerId="ADAL" clId="{3F096C92-0B4F-4BD8-B52A-C58467BED20E}" dt="2024-06-25T15:19:45.690" v="0" actId="2696"/>
        <pc:sldMkLst>
          <pc:docMk/>
          <pc:sldMk cId="0" sldId="258"/>
        </pc:sldMkLst>
      </pc:sldChg>
      <pc:sldChg chg="del">
        <pc:chgData name="Singh, Ravinder" userId="0eb443ab-daaa-4feb-a0be-29c589350732" providerId="ADAL" clId="{3F096C92-0B4F-4BD8-B52A-C58467BED20E}" dt="2024-06-25T15:19:45.690" v="0" actId="2696"/>
        <pc:sldMkLst>
          <pc:docMk/>
          <pc:sldMk cId="0" sldId="265"/>
        </pc:sldMkLst>
      </pc:sldChg>
      <pc:sldChg chg="del">
        <pc:chgData name="Singh, Ravinder" userId="0eb443ab-daaa-4feb-a0be-29c589350732" providerId="ADAL" clId="{3F096C92-0B4F-4BD8-B52A-C58467BED20E}" dt="2024-06-25T15:19:45.690" v="0" actId="2696"/>
        <pc:sldMkLst>
          <pc:docMk/>
          <pc:sldMk cId="0" sldId="266"/>
        </pc:sldMkLst>
      </pc:sldChg>
      <pc:sldChg chg="del">
        <pc:chgData name="Singh, Ravinder" userId="0eb443ab-daaa-4feb-a0be-29c589350732" providerId="ADAL" clId="{3F096C92-0B4F-4BD8-B52A-C58467BED20E}" dt="2024-06-25T15:19:45.690" v="0" actId="2696"/>
        <pc:sldMkLst>
          <pc:docMk/>
          <pc:sldMk cId="0" sldId="267"/>
        </pc:sldMkLst>
      </pc:sldChg>
      <pc:sldChg chg="del">
        <pc:chgData name="Singh, Ravinder" userId="0eb443ab-daaa-4feb-a0be-29c589350732" providerId="ADAL" clId="{3F096C92-0B4F-4BD8-B52A-C58467BED20E}" dt="2024-06-25T15:21:09.040" v="10" actId="47"/>
        <pc:sldMkLst>
          <pc:docMk/>
          <pc:sldMk cId="0" sldId="271"/>
        </pc:sldMkLst>
      </pc:sldChg>
      <pc:sldChg chg="del">
        <pc:chgData name="Singh, Ravinder" userId="0eb443ab-daaa-4feb-a0be-29c589350732" providerId="ADAL" clId="{3F096C92-0B4F-4BD8-B52A-C58467BED20E}" dt="2024-06-25T15:21:09.040" v="10" actId="47"/>
        <pc:sldMkLst>
          <pc:docMk/>
          <pc:sldMk cId="0" sldId="282"/>
        </pc:sldMkLst>
      </pc:sldChg>
      <pc:sldChg chg="del">
        <pc:chgData name="Singh, Ravinder" userId="0eb443ab-daaa-4feb-a0be-29c589350732" providerId="ADAL" clId="{3F096C92-0B4F-4BD8-B52A-C58467BED20E}" dt="2024-06-25T15:21:09.040" v="10" actId="47"/>
        <pc:sldMkLst>
          <pc:docMk/>
          <pc:sldMk cId="0" sldId="284"/>
        </pc:sldMkLst>
      </pc:sldChg>
      <pc:sldChg chg="del">
        <pc:chgData name="Singh, Ravinder" userId="0eb443ab-daaa-4feb-a0be-29c589350732" providerId="ADAL" clId="{3F096C92-0B4F-4BD8-B52A-C58467BED20E}" dt="2024-06-25T15:21:17.401" v="12" actId="2696"/>
        <pc:sldMkLst>
          <pc:docMk/>
          <pc:sldMk cId="0" sldId="286"/>
        </pc:sldMkLst>
      </pc:sldChg>
      <pc:sldChg chg="del">
        <pc:chgData name="Singh, Ravinder" userId="0eb443ab-daaa-4feb-a0be-29c589350732" providerId="ADAL" clId="{3F096C92-0B4F-4BD8-B52A-C58467BED20E}" dt="2024-06-25T15:21:09.040" v="10" actId="47"/>
        <pc:sldMkLst>
          <pc:docMk/>
          <pc:sldMk cId="0" sldId="288"/>
        </pc:sldMkLst>
      </pc:sldChg>
      <pc:sldChg chg="del">
        <pc:chgData name="Singh, Ravinder" userId="0eb443ab-daaa-4feb-a0be-29c589350732" providerId="ADAL" clId="{3F096C92-0B4F-4BD8-B52A-C58467BED20E}" dt="2024-06-25T15:21:09.040" v="10" actId="47"/>
        <pc:sldMkLst>
          <pc:docMk/>
          <pc:sldMk cId="0" sldId="296"/>
        </pc:sldMkLst>
      </pc:sldChg>
      <pc:sldChg chg="del">
        <pc:chgData name="Singh, Ravinder" userId="0eb443ab-daaa-4feb-a0be-29c589350732" providerId="ADAL" clId="{3F096C92-0B4F-4BD8-B52A-C58467BED20E}" dt="2024-06-25T15:21:09.040" v="10" actId="47"/>
        <pc:sldMkLst>
          <pc:docMk/>
          <pc:sldMk cId="0" sldId="297"/>
        </pc:sldMkLst>
      </pc:sldChg>
      <pc:sldChg chg="del">
        <pc:chgData name="Singh, Ravinder" userId="0eb443ab-daaa-4feb-a0be-29c589350732" providerId="ADAL" clId="{3F096C92-0B4F-4BD8-B52A-C58467BED20E}" dt="2024-06-25T15:21:09.040" v="10" actId="47"/>
        <pc:sldMkLst>
          <pc:docMk/>
          <pc:sldMk cId="0" sldId="298"/>
        </pc:sldMkLst>
      </pc:sldChg>
      <pc:sldChg chg="del">
        <pc:chgData name="Singh, Ravinder" userId="0eb443ab-daaa-4feb-a0be-29c589350732" providerId="ADAL" clId="{3F096C92-0B4F-4BD8-B52A-C58467BED20E}" dt="2024-06-25T15:19:45.690" v="0" actId="2696"/>
        <pc:sldMkLst>
          <pc:docMk/>
          <pc:sldMk cId="0" sldId="299"/>
        </pc:sldMkLst>
      </pc:sldChg>
      <pc:sldChg chg="del">
        <pc:chgData name="Singh, Ravinder" userId="0eb443ab-daaa-4feb-a0be-29c589350732" providerId="ADAL" clId="{3F096C92-0B4F-4BD8-B52A-C58467BED20E}" dt="2024-06-25T15:19:45.690" v="0" actId="2696"/>
        <pc:sldMkLst>
          <pc:docMk/>
          <pc:sldMk cId="0" sldId="300"/>
        </pc:sldMkLst>
      </pc:sldChg>
      <pc:sldChg chg="del">
        <pc:chgData name="Singh, Ravinder" userId="0eb443ab-daaa-4feb-a0be-29c589350732" providerId="ADAL" clId="{3F096C92-0B4F-4BD8-B52A-C58467BED20E}" dt="2024-06-25T16:50:32.055" v="919" actId="47"/>
        <pc:sldMkLst>
          <pc:docMk/>
          <pc:sldMk cId="0" sldId="301"/>
        </pc:sldMkLst>
      </pc:sldChg>
      <pc:sldChg chg="delSp modSp mod">
        <pc:chgData name="Singh, Ravinder" userId="0eb443ab-daaa-4feb-a0be-29c589350732" providerId="ADAL" clId="{3F096C92-0B4F-4BD8-B52A-C58467BED20E}" dt="2024-06-25T16:51:17.849" v="942" actId="1076"/>
        <pc:sldMkLst>
          <pc:docMk/>
          <pc:sldMk cId="2273718744" sldId="304"/>
        </pc:sldMkLst>
        <pc:spChg chg="del">
          <ac:chgData name="Singh, Ravinder" userId="0eb443ab-daaa-4feb-a0be-29c589350732" providerId="ADAL" clId="{3F096C92-0B4F-4BD8-B52A-C58467BED20E}" dt="2024-06-25T16:50:50.538" v="936" actId="478"/>
          <ac:spMkLst>
            <pc:docMk/>
            <pc:sldMk cId="2273718744" sldId="304"/>
            <ac:spMk id="2" creationId="{99913FE0-74BA-594A-84A3-37D0D87EE70C}"/>
          </ac:spMkLst>
        </pc:spChg>
        <pc:spChg chg="del">
          <ac:chgData name="Singh, Ravinder" userId="0eb443ab-daaa-4feb-a0be-29c589350732" providerId="ADAL" clId="{3F096C92-0B4F-4BD8-B52A-C58467BED20E}" dt="2024-06-25T16:50:48.198" v="935" actId="478"/>
          <ac:spMkLst>
            <pc:docMk/>
            <pc:sldMk cId="2273718744" sldId="304"/>
            <ac:spMk id="3" creationId="{378C4C1C-0694-F24D-A0ED-275C88FF2712}"/>
          </ac:spMkLst>
        </pc:spChg>
        <pc:spChg chg="mod">
          <ac:chgData name="Singh, Ravinder" userId="0eb443ab-daaa-4feb-a0be-29c589350732" providerId="ADAL" clId="{3F096C92-0B4F-4BD8-B52A-C58467BED20E}" dt="2024-06-25T16:51:17.849" v="942" actId="1076"/>
          <ac:spMkLst>
            <pc:docMk/>
            <pc:sldMk cId="2273718744" sldId="304"/>
            <ac:spMk id="6" creationId="{D22AD122-2497-1240-9089-4A430A9342B2}"/>
          </ac:spMkLst>
        </pc:spChg>
      </pc:sldChg>
      <pc:sldChg chg="del">
        <pc:chgData name="Singh, Ravinder" userId="0eb443ab-daaa-4feb-a0be-29c589350732" providerId="ADAL" clId="{3F096C92-0B4F-4BD8-B52A-C58467BED20E}" dt="2024-06-25T16:50:32.055" v="919" actId="47"/>
        <pc:sldMkLst>
          <pc:docMk/>
          <pc:sldMk cId="4269759241" sldId="305"/>
        </pc:sldMkLst>
      </pc:sldChg>
      <pc:sldChg chg="del">
        <pc:chgData name="Singh, Ravinder" userId="0eb443ab-daaa-4feb-a0be-29c589350732" providerId="ADAL" clId="{3F096C92-0B4F-4BD8-B52A-C58467BED20E}" dt="2024-06-25T16:50:32.055" v="919" actId="47"/>
        <pc:sldMkLst>
          <pc:docMk/>
          <pc:sldMk cId="46260580" sldId="306"/>
        </pc:sldMkLst>
      </pc:sldChg>
      <pc:sldChg chg="modSp mod">
        <pc:chgData name="Singh, Ravinder" userId="0eb443ab-daaa-4feb-a0be-29c589350732" providerId="ADAL" clId="{3F096C92-0B4F-4BD8-B52A-C58467BED20E}" dt="2024-06-25T19:16:58.021" v="1195" actId="20577"/>
        <pc:sldMkLst>
          <pc:docMk/>
          <pc:sldMk cId="1331537718" sldId="307"/>
        </pc:sldMkLst>
        <pc:spChg chg="mod">
          <ac:chgData name="Singh, Ravinder" userId="0eb443ab-daaa-4feb-a0be-29c589350732" providerId="ADAL" clId="{3F096C92-0B4F-4BD8-B52A-C58467BED20E}" dt="2024-06-25T19:16:58.021" v="1195" actId="20577"/>
          <ac:spMkLst>
            <pc:docMk/>
            <pc:sldMk cId="1331537718" sldId="307"/>
            <ac:spMk id="4" creationId="{FB9C3B6C-A664-4411-85F4-A2B03DDDEA84}"/>
          </ac:spMkLst>
        </pc:spChg>
        <pc:spChg chg="mod">
          <ac:chgData name="Singh, Ravinder" userId="0eb443ab-daaa-4feb-a0be-29c589350732" providerId="ADAL" clId="{3F096C92-0B4F-4BD8-B52A-C58467BED20E}" dt="2024-06-25T15:25:21.945" v="250" actId="20577"/>
          <ac:spMkLst>
            <pc:docMk/>
            <pc:sldMk cId="1331537718" sldId="307"/>
            <ac:spMk id="5" creationId="{A88BD3F6-3F43-41FC-A628-FB5343625F8D}"/>
          </ac:spMkLst>
        </pc:spChg>
      </pc:sldChg>
      <pc:sldChg chg="modSp mod">
        <pc:chgData name="Singh, Ravinder" userId="0eb443ab-daaa-4feb-a0be-29c589350732" providerId="ADAL" clId="{3F096C92-0B4F-4BD8-B52A-C58467BED20E}" dt="2024-06-25T16:26:25.147" v="762" actId="20577"/>
        <pc:sldMkLst>
          <pc:docMk/>
          <pc:sldMk cId="3472317348" sldId="308"/>
        </pc:sldMkLst>
        <pc:spChg chg="mod">
          <ac:chgData name="Singh, Ravinder" userId="0eb443ab-daaa-4feb-a0be-29c589350732" providerId="ADAL" clId="{3F096C92-0B4F-4BD8-B52A-C58467BED20E}" dt="2024-06-25T16:26:25.147" v="762" actId="20577"/>
          <ac:spMkLst>
            <pc:docMk/>
            <pc:sldMk cId="3472317348" sldId="308"/>
            <ac:spMk id="4" creationId="{619C8BBA-2D34-4FF5-8169-FBC615BFDFF3}"/>
          </ac:spMkLst>
        </pc:spChg>
        <pc:spChg chg="mod">
          <ac:chgData name="Singh, Ravinder" userId="0eb443ab-daaa-4feb-a0be-29c589350732" providerId="ADAL" clId="{3F096C92-0B4F-4BD8-B52A-C58467BED20E}" dt="2024-06-25T16:11:12.288" v="703" actId="14100"/>
          <ac:spMkLst>
            <pc:docMk/>
            <pc:sldMk cId="3472317348" sldId="308"/>
            <ac:spMk id="5" creationId="{C90638FD-BBDD-4026-9B66-AA94D4D34ACC}"/>
          </ac:spMkLst>
        </pc:spChg>
      </pc:sldChg>
      <pc:sldChg chg="del">
        <pc:chgData name="Singh, Ravinder" userId="0eb443ab-daaa-4feb-a0be-29c589350732" providerId="ADAL" clId="{3F096C92-0B4F-4BD8-B52A-C58467BED20E}" dt="2024-06-25T16:50:32.055" v="919" actId="47"/>
        <pc:sldMkLst>
          <pc:docMk/>
          <pc:sldMk cId="2139918621" sldId="309"/>
        </pc:sldMkLst>
      </pc:sldChg>
      <pc:sldChg chg="del">
        <pc:chgData name="Singh, Ravinder" userId="0eb443ab-daaa-4feb-a0be-29c589350732" providerId="ADAL" clId="{3F096C92-0B4F-4BD8-B52A-C58467BED20E}" dt="2024-06-25T15:21:09.040" v="10" actId="47"/>
        <pc:sldMkLst>
          <pc:docMk/>
          <pc:sldMk cId="1116001431" sldId="310"/>
        </pc:sldMkLst>
      </pc:sldChg>
      <pc:sldChg chg="new del">
        <pc:chgData name="Singh, Ravinder" userId="0eb443ab-daaa-4feb-a0be-29c589350732" providerId="ADAL" clId="{3F096C92-0B4F-4BD8-B52A-C58467BED20E}" dt="2024-06-25T15:21:20.781" v="13" actId="2696"/>
        <pc:sldMkLst>
          <pc:docMk/>
          <pc:sldMk cId="1433513019" sldId="310"/>
        </pc:sldMkLst>
      </pc:sldChg>
      <pc:sldChg chg="delSp modSp new mod ord">
        <pc:chgData name="Singh, Ravinder" userId="0eb443ab-daaa-4feb-a0be-29c589350732" providerId="ADAL" clId="{3F096C92-0B4F-4BD8-B52A-C58467BED20E}" dt="2024-06-25T16:46:22.061" v="788" actId="122"/>
        <pc:sldMkLst>
          <pc:docMk/>
          <pc:sldMk cId="2274844747" sldId="310"/>
        </pc:sldMkLst>
        <pc:spChg chg="del">
          <ac:chgData name="Singh, Ravinder" userId="0eb443ab-daaa-4feb-a0be-29c589350732" providerId="ADAL" clId="{3F096C92-0B4F-4BD8-B52A-C58467BED20E}" dt="2024-06-25T15:25:34.057" v="272" actId="478"/>
          <ac:spMkLst>
            <pc:docMk/>
            <pc:sldMk cId="2274844747" sldId="310"/>
            <ac:spMk id="4" creationId="{37554A15-FDCA-E2DC-D7A0-AEFBD4198931}"/>
          </ac:spMkLst>
        </pc:spChg>
        <pc:spChg chg="mod">
          <ac:chgData name="Singh, Ravinder" userId="0eb443ab-daaa-4feb-a0be-29c589350732" providerId="ADAL" clId="{3F096C92-0B4F-4BD8-B52A-C58467BED20E}" dt="2024-06-25T16:46:22.061" v="788" actId="122"/>
          <ac:spMkLst>
            <pc:docMk/>
            <pc:sldMk cId="2274844747" sldId="310"/>
            <ac:spMk id="5" creationId="{8DFA39F1-27C6-CC1C-8487-F1AF354F8184}"/>
          </ac:spMkLst>
        </pc:spChg>
      </pc:sldChg>
      <pc:sldChg chg="addSp modSp new mod">
        <pc:chgData name="Singh, Ravinder" userId="0eb443ab-daaa-4feb-a0be-29c589350732" providerId="ADAL" clId="{3F096C92-0B4F-4BD8-B52A-C58467BED20E}" dt="2024-06-25T16:49:48.222" v="907" actId="1076"/>
        <pc:sldMkLst>
          <pc:docMk/>
          <pc:sldMk cId="1500053213" sldId="311"/>
        </pc:sldMkLst>
        <pc:spChg chg="mod">
          <ac:chgData name="Singh, Ravinder" userId="0eb443ab-daaa-4feb-a0be-29c589350732" providerId="ADAL" clId="{3F096C92-0B4F-4BD8-B52A-C58467BED20E}" dt="2024-06-25T16:48:53.426" v="899" actId="20577"/>
          <ac:spMkLst>
            <pc:docMk/>
            <pc:sldMk cId="1500053213" sldId="311"/>
            <ac:spMk id="4" creationId="{C054161C-9472-B5B5-0619-FBFA7DE3043B}"/>
          </ac:spMkLst>
        </pc:spChg>
        <pc:spChg chg="mod">
          <ac:chgData name="Singh, Ravinder" userId="0eb443ab-daaa-4feb-a0be-29c589350732" providerId="ADAL" clId="{3F096C92-0B4F-4BD8-B52A-C58467BED20E}" dt="2024-06-25T16:46:45.771" v="806" actId="20577"/>
          <ac:spMkLst>
            <pc:docMk/>
            <pc:sldMk cId="1500053213" sldId="311"/>
            <ac:spMk id="5" creationId="{1D3B0026-2145-C60D-CEA2-1B26FF3E9154}"/>
          </ac:spMkLst>
        </pc:spChg>
        <pc:spChg chg="add mod">
          <ac:chgData name="Singh, Ravinder" userId="0eb443ab-daaa-4feb-a0be-29c589350732" providerId="ADAL" clId="{3F096C92-0B4F-4BD8-B52A-C58467BED20E}" dt="2024-06-25T16:49:25.831" v="901" actId="1076"/>
          <ac:spMkLst>
            <pc:docMk/>
            <pc:sldMk cId="1500053213" sldId="311"/>
            <ac:spMk id="6" creationId="{2FA2801B-64A6-F309-B469-F84D99C7557E}"/>
          </ac:spMkLst>
        </pc:spChg>
        <pc:spChg chg="add mod">
          <ac:chgData name="Singh, Ravinder" userId="0eb443ab-daaa-4feb-a0be-29c589350732" providerId="ADAL" clId="{3F096C92-0B4F-4BD8-B52A-C58467BED20E}" dt="2024-06-25T16:49:48.222" v="907" actId="1076"/>
          <ac:spMkLst>
            <pc:docMk/>
            <pc:sldMk cId="1500053213" sldId="311"/>
            <ac:spMk id="7" creationId="{1D9A89C8-0854-4292-833A-47DD9381FE0B}"/>
          </ac:spMkLst>
        </pc:spChg>
        <pc:spChg chg="add mod">
          <ac:chgData name="Singh, Ravinder" userId="0eb443ab-daaa-4feb-a0be-29c589350732" providerId="ADAL" clId="{3F096C92-0B4F-4BD8-B52A-C58467BED20E}" dt="2024-06-25T16:49:43.345" v="906" actId="1076"/>
          <ac:spMkLst>
            <pc:docMk/>
            <pc:sldMk cId="1500053213" sldId="311"/>
            <ac:spMk id="8" creationId="{69791E6A-CE97-9816-92BA-9D5D239B9AE8}"/>
          </ac:spMkLst>
        </pc:spChg>
        <pc:spChg chg="add mod">
          <ac:chgData name="Singh, Ravinder" userId="0eb443ab-daaa-4feb-a0be-29c589350732" providerId="ADAL" clId="{3F096C92-0B4F-4BD8-B52A-C58467BED20E}" dt="2024-06-25T16:49:39.071" v="905" actId="1076"/>
          <ac:spMkLst>
            <pc:docMk/>
            <pc:sldMk cId="1500053213" sldId="311"/>
            <ac:spMk id="9" creationId="{7145D864-3135-846D-6CB1-E3C7060CBC1B}"/>
          </ac:spMkLst>
        </pc:spChg>
      </pc:sldChg>
    </pc:docChg>
  </pc:docChgLst>
  <pc:docChgLst>
    <pc:chgData name="Garg, Jhanvi" userId="S::jhanvi.garg@dsi.com::27d4af93-c45b-4f3c-9805-f02975bc97c9" providerId="AD" clId="Web-{83D9404E-77E8-B622-B0B2-E7AF1982439D}"/>
    <pc:docChg chg="addSld delSld">
      <pc:chgData name="Garg, Jhanvi" userId="S::jhanvi.garg@dsi.com::27d4af93-c45b-4f3c-9805-f02975bc97c9" providerId="AD" clId="Web-{83D9404E-77E8-B622-B0B2-E7AF1982439D}" dt="2024-07-12T13:39:26.017" v="4"/>
      <pc:docMkLst>
        <pc:docMk/>
      </pc:docMkLst>
      <pc:sldChg chg="add del">
        <pc:chgData name="Garg, Jhanvi" userId="S::jhanvi.garg@dsi.com::27d4af93-c45b-4f3c-9805-f02975bc97c9" providerId="AD" clId="Web-{83D9404E-77E8-B622-B0B2-E7AF1982439D}" dt="2024-07-12T13:38:39.718" v="1"/>
        <pc:sldMkLst>
          <pc:docMk/>
          <pc:sldMk cId="1191254764" sldId="363"/>
        </pc:sldMkLst>
      </pc:sldChg>
      <pc:sldChg chg="add">
        <pc:chgData name="Garg, Jhanvi" userId="S::jhanvi.garg@dsi.com::27d4af93-c45b-4f3c-9805-f02975bc97c9" providerId="AD" clId="Web-{83D9404E-77E8-B622-B0B2-E7AF1982439D}" dt="2024-07-12T13:38:54.578" v="2"/>
        <pc:sldMkLst>
          <pc:docMk/>
          <pc:sldMk cId="2131745442" sldId="565"/>
        </pc:sldMkLst>
      </pc:sldChg>
      <pc:sldChg chg="add del">
        <pc:chgData name="Garg, Jhanvi" userId="S::jhanvi.garg@dsi.com::27d4af93-c45b-4f3c-9805-f02975bc97c9" providerId="AD" clId="Web-{83D9404E-77E8-B622-B0B2-E7AF1982439D}" dt="2024-07-12T13:39:26.017" v="4"/>
        <pc:sldMkLst>
          <pc:docMk/>
          <pc:sldMk cId="1795079104" sldId="566"/>
        </pc:sldMkLst>
      </pc:sldChg>
    </pc:docChg>
  </pc:docChgLst>
  <pc:docChgLst>
    <pc:chgData name="Garg, Jhanvi" userId="S::jhanvi.garg@dsi.com::27d4af93-c45b-4f3c-9805-f02975bc97c9" providerId="AD" clId="Web-{0165D3B2-E143-4DBE-0FF5-4BEE9A142FB6}"/>
    <pc:docChg chg="modSld">
      <pc:chgData name="Garg, Jhanvi" userId="S::jhanvi.garg@dsi.com::27d4af93-c45b-4f3c-9805-f02975bc97c9" providerId="AD" clId="Web-{0165D3B2-E143-4DBE-0FF5-4BEE9A142FB6}" dt="2024-07-03T16:39:55.367" v="2" actId="20577"/>
      <pc:docMkLst>
        <pc:docMk/>
      </pc:docMkLst>
      <pc:sldChg chg="modSp">
        <pc:chgData name="Garg, Jhanvi" userId="S::jhanvi.garg@dsi.com::27d4af93-c45b-4f3c-9805-f02975bc97c9" providerId="AD" clId="Web-{0165D3B2-E143-4DBE-0FF5-4BEE9A142FB6}" dt="2024-07-03T16:39:55.367" v="2" actId="20577"/>
        <pc:sldMkLst>
          <pc:docMk/>
          <pc:sldMk cId="1331537718" sldId="307"/>
        </pc:sldMkLst>
        <pc:spChg chg="mod">
          <ac:chgData name="Garg, Jhanvi" userId="S::jhanvi.garg@dsi.com::27d4af93-c45b-4f3c-9805-f02975bc97c9" providerId="AD" clId="Web-{0165D3B2-E143-4DBE-0FF5-4BEE9A142FB6}" dt="2024-07-03T16:39:55.367" v="2" actId="20577"/>
          <ac:spMkLst>
            <pc:docMk/>
            <pc:sldMk cId="1331537718" sldId="307"/>
            <ac:spMk id="4" creationId="{FB9C3B6C-A664-4411-85F4-A2B03DDDEA84}"/>
          </ac:spMkLst>
        </pc:spChg>
      </pc:sldChg>
    </pc:docChg>
  </pc:docChgLst>
  <pc:docChgLst>
    <pc:chgData name="Garg, Jhanvi" userId="S::jhanvi.garg@dsi.com::27d4af93-c45b-4f3c-9805-f02975bc97c9" providerId="AD" clId="Web-{BB5BFD49-3315-4DD8-88B6-BE118B01638D}"/>
    <pc:docChg chg="modSld">
      <pc:chgData name="Garg, Jhanvi" userId="S::jhanvi.garg@dsi.com::27d4af93-c45b-4f3c-9805-f02975bc97c9" providerId="AD" clId="Web-{BB5BFD49-3315-4DD8-88B6-BE118B01638D}" dt="2024-07-03T16:46:22.214" v="14" actId="20577"/>
      <pc:docMkLst>
        <pc:docMk/>
      </pc:docMkLst>
      <pc:sldChg chg="modSp">
        <pc:chgData name="Garg, Jhanvi" userId="S::jhanvi.garg@dsi.com::27d4af93-c45b-4f3c-9805-f02975bc97c9" providerId="AD" clId="Web-{BB5BFD49-3315-4DD8-88B6-BE118B01638D}" dt="2024-07-03T16:46:22.214" v="14" actId="20577"/>
        <pc:sldMkLst>
          <pc:docMk/>
          <pc:sldMk cId="1331537718" sldId="307"/>
        </pc:sldMkLst>
        <pc:spChg chg="mod">
          <ac:chgData name="Garg, Jhanvi" userId="S::jhanvi.garg@dsi.com::27d4af93-c45b-4f3c-9805-f02975bc97c9" providerId="AD" clId="Web-{BB5BFD49-3315-4DD8-88B6-BE118B01638D}" dt="2024-07-03T16:46:22.214" v="14" actId="20577"/>
          <ac:spMkLst>
            <pc:docMk/>
            <pc:sldMk cId="1331537718" sldId="307"/>
            <ac:spMk id="4" creationId="{FB9C3B6C-A664-4411-85F4-A2B03DDDEA84}"/>
          </ac:spMkLst>
        </pc:spChg>
      </pc:sldChg>
      <pc:sldChg chg="modSp">
        <pc:chgData name="Garg, Jhanvi" userId="S::jhanvi.garg@dsi.com::27d4af93-c45b-4f3c-9805-f02975bc97c9" providerId="AD" clId="Web-{BB5BFD49-3315-4DD8-88B6-BE118B01638D}" dt="2024-07-03T16:45:19.431" v="13" actId="20577"/>
        <pc:sldMkLst>
          <pc:docMk/>
          <pc:sldMk cId="2573137887" sldId="311"/>
        </pc:sldMkLst>
        <pc:spChg chg="mod">
          <ac:chgData name="Garg, Jhanvi" userId="S::jhanvi.garg@dsi.com::27d4af93-c45b-4f3c-9805-f02975bc97c9" providerId="AD" clId="Web-{BB5BFD49-3315-4DD8-88B6-BE118B01638D}" dt="2024-07-03T16:45:19.431" v="13" actId="20577"/>
          <ac:spMkLst>
            <pc:docMk/>
            <pc:sldMk cId="2573137887" sldId="311"/>
            <ac:spMk id="4" creationId="{7EADA0B9-0C5A-A5C6-3A63-E8E4011BE7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038D239-B5CB-9C4D-82EB-612FA61B07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B6D34F-F17F-534C-BA42-728C12A17B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D4AC5-B94B-194D-9DFC-8C9497781B1C}" type="datetimeFigureOut">
              <a:rPr kumimoji="1" lang="ja-JP" altLang="en-US" smtClean="0"/>
              <a:t>2024/8/19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5CA703F-8EA2-9D44-BE36-713A5D6B94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D7DFAF3-7D05-3948-8931-11E0D6B1B8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772525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534A8-E2C9-EA4F-AADC-B0D030DDB4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4239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1804"/>
          </a:xfrm>
          <a:prstGeom prst="rect">
            <a:avLst/>
          </a:prstGeom>
        </p:spPr>
        <p:txBody>
          <a:bodyPr vert="horz" lIns="93587" tIns="46794" rIns="93587" bIns="4679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1804"/>
          </a:xfrm>
          <a:prstGeom prst="rect">
            <a:avLst/>
          </a:prstGeom>
        </p:spPr>
        <p:txBody>
          <a:bodyPr vert="horz" lIns="93587" tIns="46794" rIns="93587" bIns="4679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0D3C570B-8065-4278-975D-133539539F28}" type="datetimeFigureOut">
              <a:rPr lang="en-US"/>
              <a:pPr>
                <a:defRPr/>
              </a:pPr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93738"/>
            <a:ext cx="6153150" cy="34623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587" tIns="46794" rIns="93587" bIns="4679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387137"/>
            <a:ext cx="5608320" cy="4156233"/>
          </a:xfrm>
          <a:prstGeom prst="rect">
            <a:avLst/>
          </a:prstGeom>
        </p:spPr>
        <p:txBody>
          <a:bodyPr vert="horz" lIns="93587" tIns="46794" rIns="93587" bIns="46794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0"/>
            <a:ext cx="3037840" cy="461804"/>
          </a:xfrm>
          <a:prstGeom prst="rect">
            <a:avLst/>
          </a:prstGeom>
        </p:spPr>
        <p:txBody>
          <a:bodyPr vert="horz" lIns="93587" tIns="46794" rIns="93587" bIns="4679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70"/>
            <a:ext cx="3037840" cy="461804"/>
          </a:xfrm>
          <a:prstGeom prst="rect">
            <a:avLst/>
          </a:prstGeom>
        </p:spPr>
        <p:txBody>
          <a:bodyPr vert="horz" lIns="93587" tIns="46794" rIns="93587" bIns="4679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890EEA8-31CC-45DF-B38A-DC9C7F94EB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43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0" y="-16"/>
            <a:ext cx="12198096" cy="6496427"/>
            <a:chOff x="0" y="-16"/>
            <a:chExt cx="12198096" cy="649642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694656"/>
              <a:ext cx="12198096" cy="4801755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 userDrawn="1"/>
          </p:nvSpPr>
          <p:spPr>
            <a:xfrm>
              <a:off x="425449" y="-16"/>
              <a:ext cx="4489449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" descr="\\ATEM_SFO\Clients\DSK_Daiichi_Sankyo\DSK_80_12142_PPT_Redesign\DSK_Design\Final_Artwork\Images\Slogan_UK_Lt_Blue_RGB.png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1410" y="111269"/>
              <a:ext cx="3405389" cy="1116703"/>
            </a:xfrm>
            <a:prstGeom prst="rect">
              <a:avLst/>
            </a:prstGeom>
            <a:noFill/>
          </p:spPr>
        </p:pic>
        <p:pic>
          <p:nvPicPr>
            <p:cNvPr id="13" name="Picture 2" descr="\\ATEM_SFO\Clients\DSK_Daiichi_Sankyo\DSK_80_12142_PPT_Redesign\DSK_Design\Final_Artwork\Images\DS_logo_portrait_format_4color_rgb_120206.png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0851905" y="0"/>
              <a:ext cx="1330036" cy="1312834"/>
            </a:xfrm>
            <a:prstGeom prst="rect">
              <a:avLst/>
            </a:prstGeom>
            <a:noFill/>
          </p:spPr>
        </p:pic>
        <p:pic>
          <p:nvPicPr>
            <p:cNvPr id="15" name="Picture 14" descr="color waves for title 1.png"/>
            <p:cNvPicPr>
              <a:picLocks noChangeAspect="1"/>
            </p:cNvPicPr>
            <p:nvPr userDrawn="1"/>
          </p:nvPicPr>
          <p:blipFill rotWithShape="1">
            <a:blip r:embed="rId5" cstate="print"/>
            <a:srcRect r="242"/>
            <a:stretch/>
          </p:blipFill>
          <p:spPr>
            <a:xfrm>
              <a:off x="425452" y="3714348"/>
              <a:ext cx="11764308" cy="859538"/>
            </a:xfrm>
            <a:prstGeom prst="rect">
              <a:avLst/>
            </a:prstGeom>
          </p:spPr>
        </p:pic>
      </p:grp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50848" y="5334000"/>
            <a:ext cx="2743200" cy="5334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date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40936" y="4456090"/>
            <a:ext cx="7729728" cy="81183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90000"/>
              </a:lnSpc>
              <a:defRPr sz="27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8" name="Text Placeholder 2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50848" y="6096000"/>
            <a:ext cx="4876800" cy="1397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buFontTx/>
              <a:buNone/>
              <a:defRPr sz="1000" baseline="0">
                <a:latin typeface="Arial" pitchFamily="34" charset="0"/>
                <a:cs typeface="Arial" pitchFamily="34" charset="0"/>
              </a:defRPr>
            </a:lvl1pPr>
            <a:lvl2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2pPr>
            <a:lvl3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3pPr>
            <a:lvl4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4pPr>
            <a:lvl5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 Author name</a:t>
            </a:r>
          </a:p>
        </p:txBody>
      </p:sp>
      <p:sp>
        <p:nvSpPr>
          <p:cNvPr id="10" name="Text Placeholder 2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50848" y="6262468"/>
            <a:ext cx="4876800" cy="1524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buFontTx/>
              <a:buNone/>
              <a:defRPr sz="1000" baseline="0">
                <a:latin typeface="Arial" pitchFamily="34" charset="0"/>
                <a:cs typeface="Arial" pitchFamily="34" charset="0"/>
              </a:defRPr>
            </a:lvl1pPr>
            <a:lvl2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2pPr>
            <a:lvl3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3pPr>
            <a:lvl4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4pPr>
            <a:lvl5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366077725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50848" y="5334000"/>
            <a:ext cx="2743200" cy="5334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date</a:t>
            </a:r>
          </a:p>
        </p:txBody>
      </p:sp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740936" y="4456090"/>
            <a:ext cx="7729728" cy="81183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90000"/>
              </a:lnSpc>
              <a:defRPr sz="27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27"/>
          <p:cNvSpPr>
            <a:spLocks noGrp="1"/>
          </p:cNvSpPr>
          <p:nvPr>
            <p:ph type="body" sz="quarter" idx="10" hasCustomPrompt="1"/>
          </p:nvPr>
        </p:nvSpPr>
        <p:spPr>
          <a:xfrm>
            <a:off x="750848" y="6096000"/>
            <a:ext cx="4876800" cy="1397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buFontTx/>
              <a:buNone/>
              <a:defRPr sz="1000" baseline="0">
                <a:latin typeface="Arial" pitchFamily="34" charset="0"/>
                <a:cs typeface="Arial" pitchFamily="34" charset="0"/>
              </a:defRPr>
            </a:lvl1pPr>
            <a:lvl2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2pPr>
            <a:lvl3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3pPr>
            <a:lvl4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4pPr>
            <a:lvl5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 Author name</a:t>
            </a:r>
          </a:p>
        </p:txBody>
      </p:sp>
      <p:sp>
        <p:nvSpPr>
          <p:cNvPr id="20" name="Text Placeholder 27"/>
          <p:cNvSpPr>
            <a:spLocks noGrp="1"/>
          </p:cNvSpPr>
          <p:nvPr>
            <p:ph type="body" sz="quarter" idx="11" hasCustomPrompt="1"/>
          </p:nvPr>
        </p:nvSpPr>
        <p:spPr>
          <a:xfrm>
            <a:off x="750848" y="6262468"/>
            <a:ext cx="4876800" cy="1524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buFontTx/>
              <a:buNone/>
              <a:defRPr sz="1000" baseline="0">
                <a:latin typeface="Arial" pitchFamily="34" charset="0"/>
                <a:cs typeface="Arial" pitchFamily="34" charset="0"/>
              </a:defRPr>
            </a:lvl1pPr>
            <a:lvl2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2pPr>
            <a:lvl3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3pPr>
            <a:lvl4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4pPr>
            <a:lvl5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Department name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0" y="-16"/>
            <a:ext cx="12198096" cy="4573902"/>
            <a:chOff x="0" y="-16"/>
            <a:chExt cx="12198096" cy="4573902"/>
          </a:xfrm>
        </p:grpSpPr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689079"/>
              <a:ext cx="12198096" cy="2767011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 userDrawn="1"/>
          </p:nvSpPr>
          <p:spPr>
            <a:xfrm>
              <a:off x="425450" y="-16"/>
              <a:ext cx="4489449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2" descr="\\ATEM_SFO\Clients\DSK_Daiichi_Sankyo\DSK_80_12142_PPT_Redesign\DSK_Design\Final_Artwork\Images\Slogan_UK_Lt_Blue_RGB.png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1410" y="111269"/>
              <a:ext cx="3405389" cy="1116703"/>
            </a:xfrm>
            <a:prstGeom prst="rect">
              <a:avLst/>
            </a:prstGeom>
            <a:noFill/>
          </p:spPr>
        </p:pic>
        <p:pic>
          <p:nvPicPr>
            <p:cNvPr id="22" name="Picture 2" descr="\\ATEM_SFO\Clients\DSK_Daiichi_Sankyo\DSK_80_12142_PPT_Redesign\DSK_Design\Final_Artwork\Images\DS_logo_portrait_format_4color_rgb_120206.png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0851905" y="0"/>
              <a:ext cx="1330036" cy="1312834"/>
            </a:xfrm>
            <a:prstGeom prst="rect">
              <a:avLst/>
            </a:prstGeom>
            <a:noFill/>
          </p:spPr>
        </p:pic>
        <p:pic>
          <p:nvPicPr>
            <p:cNvPr id="27" name="Picture 26" descr="color waves for title 1.png"/>
            <p:cNvPicPr>
              <a:picLocks noChangeAspect="1"/>
            </p:cNvPicPr>
            <p:nvPr userDrawn="1"/>
          </p:nvPicPr>
          <p:blipFill rotWithShape="1">
            <a:blip r:embed="rId5" cstate="print"/>
            <a:srcRect r="242"/>
            <a:stretch/>
          </p:blipFill>
          <p:spPr>
            <a:xfrm>
              <a:off x="425452" y="3714348"/>
              <a:ext cx="11764308" cy="859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077725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-5244"/>
            <a:ext cx="12198096" cy="6464578"/>
            <a:chOff x="0" y="-5244"/>
            <a:chExt cx="12198096" cy="6464578"/>
          </a:xfrm>
        </p:grpSpPr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694656"/>
              <a:ext cx="12198096" cy="4543081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 userDrawn="1"/>
          </p:nvSpPr>
          <p:spPr>
            <a:xfrm>
              <a:off x="425455" y="-5244"/>
              <a:ext cx="4489449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color waves for title 3.png"/>
            <p:cNvPicPr>
              <a:picLocks noChangeAspect="1"/>
            </p:cNvPicPr>
            <p:nvPr userDrawn="1"/>
          </p:nvPicPr>
          <p:blipFill rotWithShape="1">
            <a:blip r:embed="rId3" cstate="print"/>
            <a:srcRect l="-53" r="322"/>
            <a:stretch/>
          </p:blipFill>
          <p:spPr>
            <a:xfrm>
              <a:off x="0" y="5298959"/>
              <a:ext cx="12189759" cy="1160375"/>
            </a:xfrm>
            <a:prstGeom prst="rect">
              <a:avLst/>
            </a:prstGeom>
          </p:spPr>
        </p:pic>
        <p:pic>
          <p:nvPicPr>
            <p:cNvPr id="15" name="Picture 2" descr="\\ATEM_SFO\Clients\DSK_Daiichi_Sankyo\DSK_80_12142_PPT_Redesign\DSK_Design\Final_Artwork\Images\Slogan_UK_Lt_Blue_RGB.png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21410" y="111269"/>
              <a:ext cx="3405389" cy="1116703"/>
            </a:xfrm>
            <a:prstGeom prst="rect">
              <a:avLst/>
            </a:prstGeom>
            <a:noFill/>
          </p:spPr>
        </p:pic>
        <p:pic>
          <p:nvPicPr>
            <p:cNvPr id="16" name="Picture 2" descr="\\ATEM_SFO\Clients\DSK_Daiichi_Sankyo\DSK_80_12142_PPT_Redesign\DSK_Design\Final_Artwork\Images\DS_logo_portrait_format_4color_rgb_120206.pn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0851905" y="0"/>
              <a:ext cx="1330036" cy="1312834"/>
            </a:xfrm>
            <a:prstGeom prst="rect">
              <a:avLst/>
            </a:prstGeom>
            <a:noFill/>
          </p:spPr>
        </p:pic>
      </p:grpSp>
      <p:sp>
        <p:nvSpPr>
          <p:cNvPr id="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50664" y="2667000"/>
            <a:ext cx="2743200" cy="5334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date</a:t>
            </a:r>
          </a:p>
        </p:txBody>
      </p:sp>
      <p:sp>
        <p:nvSpPr>
          <p:cNvPr id="8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43712" y="1790164"/>
            <a:ext cx="7729728" cy="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2700" kern="1200" baseline="0" dirty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9" name="Text Placeholder 2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40588" y="4557932"/>
            <a:ext cx="4876800" cy="1397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buFontTx/>
              <a:buNone/>
              <a:defRPr sz="1000" baseline="0">
                <a:latin typeface="Arial" pitchFamily="34" charset="0"/>
                <a:cs typeface="Arial" pitchFamily="34" charset="0"/>
              </a:defRPr>
            </a:lvl1pPr>
            <a:lvl2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2pPr>
            <a:lvl3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3pPr>
            <a:lvl4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4pPr>
            <a:lvl5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 Author name</a:t>
            </a:r>
          </a:p>
        </p:txBody>
      </p:sp>
      <p:sp>
        <p:nvSpPr>
          <p:cNvPr id="14" name="Text Placeholder 2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40588" y="4724400"/>
            <a:ext cx="4876800" cy="1524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buFontTx/>
              <a:buNone/>
              <a:defRPr sz="1000" baseline="0">
                <a:latin typeface="Arial" pitchFamily="34" charset="0"/>
                <a:cs typeface="Arial" pitchFamily="34" charset="0"/>
              </a:defRPr>
            </a:lvl1pPr>
            <a:lvl2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2pPr>
            <a:lvl3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3pPr>
            <a:lvl4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4pPr>
            <a:lvl5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377594526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- Customizabl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4" descr="\\ATEM_SFO\Clients\DSK_Daiichi_Sankyo\DSK_80_12142_PPT_Redesign\DSK_Design\Final_Artwork\DSK_iStock_000024390899_fa.png"/>
          <p:cNvPicPr>
            <a:picLocks noChangeAspect="1" noChangeArrowheads="1"/>
          </p:cNvPicPr>
          <p:nvPr userDrawn="1"/>
        </p:nvPicPr>
        <p:blipFill>
          <a:blip r:embed="rId2" cstate="screen"/>
          <a:srcRect l="-96"/>
          <a:stretch>
            <a:fillRect/>
          </a:stretch>
        </p:blipFill>
        <p:spPr bwMode="auto">
          <a:xfrm>
            <a:off x="4909977" y="1478299"/>
            <a:ext cx="7279570" cy="3672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 descr="\\ATEM_SFO\Clients\DSK_Daiichi_Sankyo\DSK_80_12142_PPT_Redesign\DSK_Design\Final_Artwork\DS_2015_Key_Visual_Inside_0438.png"/>
          <p:cNvPicPr>
            <a:picLocks noChangeAspect="1" noChangeArrowheads="1"/>
          </p:cNvPicPr>
          <p:nvPr userDrawn="1"/>
        </p:nvPicPr>
        <p:blipFill rotWithShape="1">
          <a:blip r:embed="rId3" cstate="print"/>
          <a:srcRect l="5020" t="-3979" r="10164" b="-1"/>
          <a:stretch/>
        </p:blipFill>
        <p:spPr bwMode="auto">
          <a:xfrm>
            <a:off x="369794" y="825575"/>
            <a:ext cx="4546679" cy="37174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/>
          <p:cNvGrpSpPr/>
          <p:nvPr userDrawn="1"/>
        </p:nvGrpSpPr>
        <p:grpSpPr>
          <a:xfrm>
            <a:off x="0" y="-16"/>
            <a:ext cx="12198096" cy="6862263"/>
            <a:chOff x="0" y="-16"/>
            <a:chExt cx="12198096" cy="6862263"/>
          </a:xfrm>
        </p:grpSpPr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6"/>
              <a:ext cx="12198096" cy="6862263"/>
            </a:xfrm>
            <a:prstGeom prst="rect">
              <a:avLst/>
            </a:prstGeom>
          </p:spPr>
        </p:pic>
        <p:sp>
          <p:nvSpPr>
            <p:cNvPr id="34" name="Rectangle 33"/>
            <p:cNvSpPr/>
            <p:nvPr userDrawn="1"/>
          </p:nvSpPr>
          <p:spPr>
            <a:xfrm>
              <a:off x="425450" y="-16"/>
              <a:ext cx="4489449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2" descr="\\ATEM_SFO\Clients\DSK_Daiichi_Sankyo\DSK_80_12142_PPT_Redesign\DSK_Design\Final_Artwork\Images\Slogan_UK_Lt_Blue_RGB.pn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21410" y="111269"/>
              <a:ext cx="3405389" cy="1116703"/>
            </a:xfrm>
            <a:prstGeom prst="rect">
              <a:avLst/>
            </a:prstGeom>
            <a:noFill/>
          </p:spPr>
        </p:pic>
        <p:pic>
          <p:nvPicPr>
            <p:cNvPr id="20" name="Picture 2" descr="\\ATEM_SFO\Clients\DSK_Daiichi_Sankyo\DSK_80_12142_PPT_Redesign\DSK_Design\Final_Artwork\Images\DS_logo_portrait_format_4color_rgb_120206.png"/>
            <p:cNvPicPr>
              <a:picLocks noChangeAspect="1" noChangeArrowheads="1"/>
            </p:cNvPicPr>
            <p:nvPr userDrawn="1"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0851905" y="0"/>
              <a:ext cx="1330036" cy="1312834"/>
            </a:xfrm>
            <a:prstGeom prst="rect">
              <a:avLst/>
            </a:prstGeom>
            <a:noFill/>
          </p:spPr>
        </p:pic>
        <p:pic>
          <p:nvPicPr>
            <p:cNvPr id="22" name="Picture 21" descr="color waves for title 1.png"/>
            <p:cNvPicPr>
              <a:picLocks noChangeAspect="1"/>
            </p:cNvPicPr>
            <p:nvPr userDrawn="1"/>
          </p:nvPicPr>
          <p:blipFill rotWithShape="1">
            <a:blip r:embed="rId7" cstate="print"/>
            <a:srcRect r="242"/>
            <a:stretch/>
          </p:blipFill>
          <p:spPr>
            <a:xfrm>
              <a:off x="425452" y="3714348"/>
              <a:ext cx="11764308" cy="859538"/>
            </a:xfrm>
            <a:prstGeom prst="rect">
              <a:avLst/>
            </a:prstGeom>
          </p:spPr>
        </p:pic>
      </p:grpSp>
      <p:sp>
        <p:nvSpPr>
          <p:cNvPr id="21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50848" y="5334000"/>
            <a:ext cx="2743200" cy="5334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date</a:t>
            </a:r>
          </a:p>
        </p:txBody>
      </p:sp>
      <p:sp>
        <p:nvSpPr>
          <p:cNvPr id="24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40936" y="4456090"/>
            <a:ext cx="7729728" cy="81183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90000"/>
              </a:lnSpc>
              <a:defRPr sz="27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6" name="Text Placeholder 2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50848" y="6096000"/>
            <a:ext cx="4876800" cy="1397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buFontTx/>
              <a:buNone/>
              <a:defRPr sz="1000" baseline="0">
                <a:latin typeface="Arial" pitchFamily="34" charset="0"/>
                <a:cs typeface="Arial" pitchFamily="34" charset="0"/>
              </a:defRPr>
            </a:lvl1pPr>
            <a:lvl2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2pPr>
            <a:lvl3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3pPr>
            <a:lvl4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4pPr>
            <a:lvl5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 Author name</a:t>
            </a:r>
          </a:p>
        </p:txBody>
      </p:sp>
      <p:sp>
        <p:nvSpPr>
          <p:cNvPr id="27" name="Text Placeholder 2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50848" y="6262468"/>
            <a:ext cx="4876800" cy="1524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buFontTx/>
              <a:buNone/>
              <a:defRPr sz="1000" baseline="0">
                <a:latin typeface="Arial" pitchFamily="34" charset="0"/>
                <a:cs typeface="Arial" pitchFamily="34" charset="0"/>
              </a:defRPr>
            </a:lvl1pPr>
            <a:lvl2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2pPr>
            <a:lvl3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3pPr>
            <a:lvl4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4pPr>
            <a:lvl5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366077725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- Customizable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112301318_14_fa_jpg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30444" y="1212302"/>
            <a:ext cx="7261555" cy="4841036"/>
          </a:xfrm>
          <a:prstGeom prst="rect">
            <a:avLst/>
          </a:prstGeom>
        </p:spPr>
      </p:pic>
      <p:pic>
        <p:nvPicPr>
          <p:cNvPr id="13" name="Picture 2" descr="\\ATEM_SFO\Clients\DSK_Daiichi_Sankyo\DSK_80_12142_PPT_Redesign\DSK_Design\Final_Artwork\DS_2015_Key_Visual_Inside_0446.png"/>
          <p:cNvPicPr>
            <a:picLocks noChangeAspect="1" noChangeArrowheads="1"/>
          </p:cNvPicPr>
          <p:nvPr userDrawn="1"/>
        </p:nvPicPr>
        <p:blipFill>
          <a:blip r:embed="rId3" cstate="print"/>
          <a:srcRect l="3776" r="932"/>
          <a:stretch>
            <a:fillRect/>
          </a:stretch>
        </p:blipFill>
        <p:spPr bwMode="auto">
          <a:xfrm>
            <a:off x="0" y="1695908"/>
            <a:ext cx="4926094" cy="3448161"/>
          </a:xfrm>
          <a:prstGeom prst="rect">
            <a:avLst/>
          </a:prstGeom>
          <a:noFill/>
        </p:spPr>
      </p:pic>
      <p:grpSp>
        <p:nvGrpSpPr>
          <p:cNvPr id="3" name="Group 2"/>
          <p:cNvGrpSpPr/>
          <p:nvPr userDrawn="1"/>
        </p:nvGrpSpPr>
        <p:grpSpPr>
          <a:xfrm>
            <a:off x="739" y="-5243"/>
            <a:ext cx="12198096" cy="6867506"/>
            <a:chOff x="739" y="-5243"/>
            <a:chExt cx="12198096" cy="6867506"/>
          </a:xfrm>
        </p:grpSpPr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" y="0"/>
              <a:ext cx="12198096" cy="6862263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 userDrawn="1"/>
          </p:nvSpPr>
          <p:spPr>
            <a:xfrm>
              <a:off x="425452" y="-5243"/>
              <a:ext cx="4489449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2" descr="\\ATEM_SFO\Clients\DSK_Daiichi_Sankyo\DSK_80_12142_PPT_Redesign\DSK_Design\Final_Artwork\Images\Slogan_UK_Lt_Blue_RGB.pn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21410" y="111269"/>
              <a:ext cx="3405389" cy="1116703"/>
            </a:xfrm>
            <a:prstGeom prst="rect">
              <a:avLst/>
            </a:prstGeom>
            <a:noFill/>
          </p:spPr>
        </p:pic>
        <p:pic>
          <p:nvPicPr>
            <p:cNvPr id="18" name="Picture 17" descr="color waves for title 1.png"/>
            <p:cNvPicPr>
              <a:picLocks noChangeAspect="1"/>
            </p:cNvPicPr>
            <p:nvPr userDrawn="1"/>
          </p:nvPicPr>
          <p:blipFill rotWithShape="1">
            <a:blip r:embed="rId6" cstate="print"/>
            <a:srcRect r="242"/>
            <a:stretch/>
          </p:blipFill>
          <p:spPr>
            <a:xfrm>
              <a:off x="425452" y="3714348"/>
              <a:ext cx="11764308" cy="859538"/>
            </a:xfrm>
            <a:prstGeom prst="rect">
              <a:avLst/>
            </a:prstGeom>
          </p:spPr>
        </p:pic>
        <p:pic>
          <p:nvPicPr>
            <p:cNvPr id="24" name="Picture 2" descr="\\ATEM_SFO\Clients\DSK_Daiichi_Sankyo\DSK_80_12142_PPT_Redesign\DSK_Design\Final_Artwork\Images\DS_logo_portrait_format_4color_rgb_120206.png"/>
            <p:cNvPicPr>
              <a:picLocks noChangeAspect="1" noChangeArrowheads="1"/>
            </p:cNvPicPr>
            <p:nvPr userDrawn="1"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0851905" y="0"/>
              <a:ext cx="1330036" cy="1312834"/>
            </a:xfrm>
            <a:prstGeom prst="rect">
              <a:avLst/>
            </a:prstGeom>
            <a:noFill/>
          </p:spPr>
        </p:pic>
      </p:grpSp>
      <p:sp>
        <p:nvSpPr>
          <p:cNvPr id="21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50848" y="5334000"/>
            <a:ext cx="2743200" cy="5334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date</a:t>
            </a:r>
          </a:p>
        </p:txBody>
      </p:sp>
      <p:sp>
        <p:nvSpPr>
          <p:cNvPr id="2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40936" y="4456090"/>
            <a:ext cx="7729728" cy="81183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90000"/>
              </a:lnSpc>
              <a:defRPr sz="27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5" name="Text Placeholder 2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50848" y="6096000"/>
            <a:ext cx="4876800" cy="1397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buFontTx/>
              <a:buNone/>
              <a:defRPr sz="1000" baseline="0">
                <a:latin typeface="Arial" pitchFamily="34" charset="0"/>
                <a:cs typeface="Arial" pitchFamily="34" charset="0"/>
              </a:defRPr>
            </a:lvl1pPr>
            <a:lvl2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2pPr>
            <a:lvl3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3pPr>
            <a:lvl4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4pPr>
            <a:lvl5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 Author name</a:t>
            </a:r>
          </a:p>
        </p:txBody>
      </p:sp>
      <p:sp>
        <p:nvSpPr>
          <p:cNvPr id="26" name="Text Placeholder 2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50848" y="6262468"/>
            <a:ext cx="4876800" cy="1524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buFontTx/>
              <a:buNone/>
              <a:defRPr sz="1000" baseline="0">
                <a:latin typeface="Arial" pitchFamily="34" charset="0"/>
                <a:cs typeface="Arial" pitchFamily="34" charset="0"/>
              </a:defRPr>
            </a:lvl1pPr>
            <a:lvl2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2pPr>
            <a:lvl3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3pPr>
            <a:lvl4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4pPr>
            <a:lvl5pPr>
              <a:buFontTx/>
              <a:buNone/>
              <a:defRPr sz="9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366077725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Text in Midd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29385"/>
            <a:ext cx="9601200" cy="3705569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743712" y="2213143"/>
            <a:ext cx="7729728" cy="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2800" kern="1200" baseline="0" dirty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428680" y="0"/>
            <a:ext cx="9159889" cy="91440"/>
          </a:xfrm>
          <a:prstGeom prst="rect">
            <a:avLst/>
          </a:prstGeom>
          <a:solidFill>
            <a:srgbClr val="89B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419" tIns="32210" rIns="64419" bIns="32210" rtlCol="0" anchor="ctr"/>
          <a:lstStyle/>
          <a:p>
            <a:pPr algn="ctr"/>
            <a:endParaRPr lang="en-US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1" name="Picture 2" descr="\\ATEM_SFO\Clients\DSK_Daiichi_Sankyo\DSK_80_12142_PPT_Redesign\DSK_Design\Final_Artwork\Images\DS_logo_portrait_format_4color_rgb_120206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51905" y="0"/>
            <a:ext cx="1330036" cy="13128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594526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itle &amp;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4">
            <a:extLst>
              <a:ext uri="{FF2B5EF4-FFF2-40B4-BE49-F238E27FC236}">
                <a16:creationId xmlns:a16="http://schemas.microsoft.com/office/drawing/2014/main" id="{8CF82284-FB91-734C-A8FA-687D11FE6C10}"/>
              </a:ext>
            </a:extLst>
          </p:cNvPr>
          <p:cNvSpPr/>
          <p:nvPr userDrawn="1"/>
        </p:nvSpPr>
        <p:spPr>
          <a:xfrm>
            <a:off x="0" y="1"/>
            <a:ext cx="8652933" cy="914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80B8E351-59C4-E940-AC2F-1522EC038ECC}"/>
              </a:ext>
            </a:extLst>
          </p:cNvPr>
          <p:cNvSpPr/>
          <p:nvPr userDrawn="1"/>
        </p:nvSpPr>
        <p:spPr>
          <a:xfrm>
            <a:off x="8654964" y="6766560"/>
            <a:ext cx="3537035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 userDrawn="1"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3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598AEF1-4CF9-644E-BB56-BEAF61B645C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09600" y="1524000"/>
            <a:ext cx="10871200" cy="4724400"/>
          </a:xfrm>
        </p:spPr>
        <p:txBody>
          <a:bodyPr/>
          <a:lstStyle>
            <a:lvl1pPr marL="0" indent="0">
              <a:buFontTx/>
              <a:buNone/>
              <a:defRPr sz="2800">
                <a:latin typeface="Arial" pitchFamily="34" charset="0"/>
                <a:cs typeface="Arial" pitchFamily="34" charset="0"/>
              </a:defRPr>
            </a:lvl1pPr>
            <a:lvl2pPr marL="688975" indent="-231775">
              <a:buClr>
                <a:schemeClr val="accent2"/>
              </a:buClr>
              <a:buFont typeface="Arial" pitchFamily="34" charset="0"/>
              <a:buChar char="•"/>
              <a:defRPr sz="2400">
                <a:latin typeface="Arial" pitchFamily="34" charset="0"/>
                <a:cs typeface="Arial" pitchFamily="34" charset="0"/>
              </a:defRPr>
            </a:lvl2pPr>
            <a:lvl3pPr marL="1027113" indent="-225425">
              <a:buClr>
                <a:schemeClr val="accent2"/>
              </a:buClr>
              <a:buFont typeface="Arial" pitchFamily="34" charset="0"/>
              <a:buChar char="•"/>
              <a:defRPr sz="2200">
                <a:latin typeface="Arial" pitchFamily="34" charset="0"/>
                <a:cs typeface="Arial" pitchFamily="34" charset="0"/>
              </a:defRPr>
            </a:lvl3pPr>
            <a:lvl4pPr marL="1377950" indent="-238125">
              <a:buClr>
                <a:schemeClr val="accent2"/>
              </a:buClr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chemeClr val="accent2"/>
              </a:buClr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 altLang="ja-JP"/>
              <a:t>Click to edit text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66345D-2AEA-4C16-89A1-D4D341F17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4818833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4">
            <a:extLst>
              <a:ext uri="{FF2B5EF4-FFF2-40B4-BE49-F238E27FC236}">
                <a16:creationId xmlns:a16="http://schemas.microsoft.com/office/drawing/2014/main" id="{8CF82284-FB91-734C-A8FA-687D11FE6C10}"/>
              </a:ext>
            </a:extLst>
          </p:cNvPr>
          <p:cNvSpPr/>
          <p:nvPr userDrawn="1"/>
        </p:nvSpPr>
        <p:spPr>
          <a:xfrm>
            <a:off x="0" y="1"/>
            <a:ext cx="8652933" cy="914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80B8E351-59C4-E940-AC2F-1522EC038ECC}"/>
              </a:ext>
            </a:extLst>
          </p:cNvPr>
          <p:cNvSpPr/>
          <p:nvPr userDrawn="1"/>
        </p:nvSpPr>
        <p:spPr>
          <a:xfrm>
            <a:off x="8654964" y="6766560"/>
            <a:ext cx="3537035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 userDrawn="1"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3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598AEF1-4CF9-644E-BB56-BEAF61B645C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09600" y="1524000"/>
            <a:ext cx="10871200" cy="4724400"/>
          </a:xfrm>
        </p:spPr>
        <p:txBody>
          <a:bodyPr/>
          <a:lstStyle>
            <a:lvl1pPr marL="0" indent="0">
              <a:buFontTx/>
              <a:buNone/>
              <a:defRPr sz="2800">
                <a:latin typeface="Arial" pitchFamily="34" charset="0"/>
                <a:cs typeface="Arial" pitchFamily="34" charset="0"/>
              </a:defRPr>
            </a:lvl1pPr>
            <a:lvl2pPr marL="688975" indent="-231775">
              <a:buClr>
                <a:schemeClr val="accent2"/>
              </a:buClr>
              <a:buFont typeface="Arial" pitchFamily="34" charset="0"/>
              <a:buChar char="•"/>
              <a:defRPr sz="2400">
                <a:latin typeface="Arial" pitchFamily="34" charset="0"/>
                <a:cs typeface="Arial" pitchFamily="34" charset="0"/>
              </a:defRPr>
            </a:lvl2pPr>
            <a:lvl3pPr marL="1027113" indent="-225425">
              <a:buClr>
                <a:schemeClr val="accent2"/>
              </a:buClr>
              <a:buFont typeface="Arial" pitchFamily="34" charset="0"/>
              <a:buChar char="•"/>
              <a:defRPr sz="2200">
                <a:latin typeface="Arial" pitchFamily="34" charset="0"/>
                <a:cs typeface="Arial" pitchFamily="34" charset="0"/>
              </a:defRPr>
            </a:lvl3pPr>
            <a:lvl4pPr marL="1377950" indent="-238125">
              <a:buClr>
                <a:schemeClr val="accent2"/>
              </a:buClr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chemeClr val="accent2"/>
              </a:buClr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 altLang="ja-JP"/>
              <a:t>Click to edit text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B2A316-BF26-4D26-9BDC-74C2592F8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08677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ile, Subtitle &amp;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4">
            <a:extLst>
              <a:ext uri="{FF2B5EF4-FFF2-40B4-BE49-F238E27FC236}">
                <a16:creationId xmlns:a16="http://schemas.microsoft.com/office/drawing/2014/main" id="{8CF82284-FB91-734C-A8FA-687D11FE6C10}"/>
              </a:ext>
            </a:extLst>
          </p:cNvPr>
          <p:cNvSpPr/>
          <p:nvPr userDrawn="1"/>
        </p:nvSpPr>
        <p:spPr>
          <a:xfrm>
            <a:off x="0" y="1"/>
            <a:ext cx="8652933" cy="914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80B8E351-59C4-E940-AC2F-1522EC038ECC}"/>
              </a:ext>
            </a:extLst>
          </p:cNvPr>
          <p:cNvSpPr/>
          <p:nvPr userDrawn="1"/>
        </p:nvSpPr>
        <p:spPr>
          <a:xfrm>
            <a:off x="8654964" y="6766560"/>
            <a:ext cx="3537035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 userDrawn="1"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3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598AEF1-4CF9-644E-BB56-BEAF61B645C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09600" y="1524000"/>
            <a:ext cx="10871200" cy="4724400"/>
          </a:xfrm>
        </p:spPr>
        <p:txBody>
          <a:bodyPr/>
          <a:lstStyle>
            <a:lvl1pPr marL="0" indent="0">
              <a:buFontTx/>
              <a:buNone/>
              <a:defRPr sz="2800">
                <a:latin typeface="Arial" pitchFamily="34" charset="0"/>
                <a:cs typeface="Arial" pitchFamily="34" charset="0"/>
              </a:defRPr>
            </a:lvl1pPr>
            <a:lvl2pPr marL="688975" indent="-231775">
              <a:buClr>
                <a:schemeClr val="accent2"/>
              </a:buClr>
              <a:buFont typeface="Arial" pitchFamily="34" charset="0"/>
              <a:buChar char="•"/>
              <a:defRPr sz="2400">
                <a:latin typeface="Arial" pitchFamily="34" charset="0"/>
                <a:cs typeface="Arial" pitchFamily="34" charset="0"/>
              </a:defRPr>
            </a:lvl2pPr>
            <a:lvl3pPr marL="1027113" indent="-225425">
              <a:buClr>
                <a:schemeClr val="accent2"/>
              </a:buClr>
              <a:buFont typeface="Arial" pitchFamily="34" charset="0"/>
              <a:buChar char="•"/>
              <a:defRPr sz="2200">
                <a:latin typeface="Arial" pitchFamily="34" charset="0"/>
                <a:cs typeface="Arial" pitchFamily="34" charset="0"/>
              </a:defRPr>
            </a:lvl3pPr>
            <a:lvl4pPr marL="1377950" indent="-238125">
              <a:buClr>
                <a:schemeClr val="accent2"/>
              </a:buClr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chemeClr val="accent2"/>
              </a:buClr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 altLang="ja-JP"/>
              <a:t>Click to edit text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0D77BE-280E-49A4-8BB4-2F1E92D8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8523029-BC28-4A04-91F5-192B491BA5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3" y="561536"/>
            <a:ext cx="10465093" cy="276664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ja-JP"/>
              <a:t>Click to edit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4247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2">
            <a:extLst>
              <a:ext uri="{FF2B5EF4-FFF2-40B4-BE49-F238E27FC236}">
                <a16:creationId xmlns:a16="http://schemas.microsoft.com/office/drawing/2014/main" id="{AA2575E4-D8E9-B548-8D76-9C54610E5C50}"/>
              </a:ext>
            </a:extLst>
          </p:cNvPr>
          <p:cNvGrpSpPr/>
          <p:nvPr userDrawn="1"/>
        </p:nvGrpSpPr>
        <p:grpSpPr>
          <a:xfrm>
            <a:off x="0" y="1"/>
            <a:ext cx="11142133" cy="968722"/>
            <a:chOff x="0" y="-1"/>
            <a:chExt cx="8356600" cy="968722"/>
          </a:xfrm>
        </p:grpSpPr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38F9AC49-6313-014E-816A-AF15AAF0B999}"/>
                </a:ext>
              </a:extLst>
            </p:cNvPr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4">
              <a:extLst>
                <a:ext uri="{FF2B5EF4-FFF2-40B4-BE49-F238E27FC236}">
                  <a16:creationId xmlns:a16="http://schemas.microsoft.com/office/drawing/2014/main" id="{8CF82284-FB91-734C-A8FA-687D11FE6C10}"/>
                </a:ext>
              </a:extLst>
            </p:cNvPr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80B8E351-59C4-E940-AC2F-1522EC038ECC}"/>
                </a:ext>
              </a:extLst>
            </p:cNvPr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3" y="152400"/>
            <a:ext cx="10483851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 userDrawn="1"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3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598AEF1-4CF9-644E-BB56-BEAF61B645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524000"/>
            <a:ext cx="10871200" cy="4724400"/>
          </a:xfrm>
        </p:spPr>
        <p:txBody>
          <a:bodyPr/>
          <a:lstStyle>
            <a:lvl1pPr marL="0" indent="0">
              <a:buFontTx/>
              <a:buNone/>
              <a:defRPr sz="2800">
                <a:latin typeface="Arial" pitchFamily="34" charset="0"/>
                <a:cs typeface="Arial" pitchFamily="34" charset="0"/>
              </a:defRPr>
            </a:lvl1pPr>
            <a:lvl2pPr marL="688975" indent="-231775">
              <a:buClr>
                <a:schemeClr val="accent2"/>
              </a:buClr>
              <a:buFont typeface="Arial" pitchFamily="34" charset="0"/>
              <a:buChar char="•"/>
              <a:defRPr sz="2400">
                <a:latin typeface="Arial" pitchFamily="34" charset="0"/>
                <a:cs typeface="Arial" pitchFamily="34" charset="0"/>
              </a:defRPr>
            </a:lvl2pPr>
            <a:lvl3pPr marL="1027113" indent="-225425">
              <a:buClr>
                <a:schemeClr val="accent2"/>
              </a:buClr>
              <a:buFont typeface="Arial" pitchFamily="34" charset="0"/>
              <a:buChar char="•"/>
              <a:defRPr sz="2200">
                <a:latin typeface="Arial" pitchFamily="34" charset="0"/>
                <a:cs typeface="Arial" pitchFamily="34" charset="0"/>
              </a:defRPr>
            </a:lvl3pPr>
            <a:lvl4pPr marL="1377950" indent="-238125">
              <a:buClr>
                <a:schemeClr val="accent2"/>
              </a:buClr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chemeClr val="accent2"/>
              </a:buClr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 altLang="ja-JP"/>
              <a:t>Click to edit text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449464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/>
          <p:nvPr userDrawn="1"/>
        </p:nvGrpSpPr>
        <p:grpSpPr>
          <a:xfrm>
            <a:off x="0" y="1"/>
            <a:ext cx="11142133" cy="968722"/>
            <a:chOff x="0" y="-1"/>
            <a:chExt cx="8356600" cy="968722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52400"/>
            <a:ext cx="10483851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524000"/>
            <a:ext cx="10871200" cy="4724400"/>
          </a:xfrm>
        </p:spPr>
        <p:txBody>
          <a:bodyPr/>
          <a:lstStyle>
            <a:lvl1pPr marL="0" indent="0">
              <a:buFontTx/>
              <a:buNone/>
              <a:defRPr sz="2800">
                <a:latin typeface="Arial" pitchFamily="34" charset="0"/>
                <a:cs typeface="Arial" pitchFamily="34" charset="0"/>
              </a:defRPr>
            </a:lvl1pPr>
            <a:lvl2pPr marL="688975" indent="-231775">
              <a:buClr>
                <a:schemeClr val="accent2"/>
              </a:buClr>
              <a:buFont typeface="Arial" pitchFamily="34" charset="0"/>
              <a:buChar char="•"/>
              <a:defRPr sz="2400">
                <a:latin typeface="Arial" pitchFamily="34" charset="0"/>
                <a:cs typeface="Arial" pitchFamily="34" charset="0"/>
              </a:defRPr>
            </a:lvl2pPr>
            <a:lvl3pPr marL="1027113" indent="-225425">
              <a:buClr>
                <a:schemeClr val="accent2"/>
              </a:buClr>
              <a:buFont typeface="Arial" pitchFamily="34" charset="0"/>
              <a:buChar char="•"/>
              <a:defRPr sz="2200">
                <a:latin typeface="Arial" pitchFamily="34" charset="0"/>
                <a:cs typeface="Arial" pitchFamily="34" charset="0"/>
              </a:defRPr>
            </a:lvl3pPr>
            <a:lvl4pPr marL="1377950" indent="-238125">
              <a:buClr>
                <a:schemeClr val="accent2"/>
              </a:buClr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chemeClr val="accent2"/>
              </a:buClr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 altLang="ja-JP"/>
              <a:t>Click to edit text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8534" y="561536"/>
            <a:ext cx="10465093" cy="276664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ja-JP"/>
              <a:t>Click to edit text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3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449464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(Blue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2">
            <a:extLst>
              <a:ext uri="{FF2B5EF4-FFF2-40B4-BE49-F238E27FC236}">
                <a16:creationId xmlns:a16="http://schemas.microsoft.com/office/drawing/2014/main" id="{8E29490F-794E-824A-AF57-F727EAFD2DE8}"/>
              </a:ext>
            </a:extLst>
          </p:cNvPr>
          <p:cNvGrpSpPr/>
          <p:nvPr userDrawn="1"/>
        </p:nvGrpSpPr>
        <p:grpSpPr>
          <a:xfrm>
            <a:off x="0" y="1"/>
            <a:ext cx="11142133" cy="968722"/>
            <a:chOff x="0" y="-1"/>
            <a:chExt cx="8356600" cy="968722"/>
          </a:xfrm>
        </p:grpSpPr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4C7481CD-4A24-7344-9203-E38C978C434A}"/>
                </a:ext>
              </a:extLst>
            </p:cNvPr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4">
              <a:extLst>
                <a:ext uri="{FF2B5EF4-FFF2-40B4-BE49-F238E27FC236}">
                  <a16:creationId xmlns:a16="http://schemas.microsoft.com/office/drawing/2014/main" id="{D63DF94D-28DA-7848-91BA-09CC99D6AA63}"/>
                </a:ext>
              </a:extLst>
            </p:cNvPr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5">
              <a:extLst>
                <a:ext uri="{FF2B5EF4-FFF2-40B4-BE49-F238E27FC236}">
                  <a16:creationId xmlns:a16="http://schemas.microsoft.com/office/drawing/2014/main" id="{0E76C893-4BA7-F54E-93EA-45D711B95868}"/>
                </a:ext>
              </a:extLst>
            </p:cNvPr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52400"/>
            <a:ext cx="10483851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6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7FCB2598-2AC8-B145-9F66-9358763140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524000"/>
            <a:ext cx="10871200" cy="4724400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1pPr>
            <a:lvl2pPr marL="688975" indent="-231775">
              <a:buClr>
                <a:schemeClr val="accent2"/>
              </a:buClr>
              <a:buFont typeface="Arial" pitchFamily="34" charset="0"/>
              <a:buChar char="•"/>
              <a:defRPr sz="2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2pPr>
            <a:lvl3pPr marL="1027113" indent="-225425">
              <a:buClr>
                <a:schemeClr val="accent2"/>
              </a:buClr>
              <a:buFont typeface="Arial" pitchFamily="34" charset="0"/>
              <a:buChar char="•"/>
              <a:defRPr sz="22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3pPr>
            <a:lvl4pPr marL="1377950" indent="-238125">
              <a:buClr>
                <a:schemeClr val="accent2"/>
              </a:buClr>
              <a:buFont typeface="Arial" pitchFamily="34" charset="0"/>
              <a:buChar char="•"/>
              <a:defRPr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chemeClr val="accent2"/>
              </a:buClr>
              <a:buFont typeface="Arial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altLang="ja-JP"/>
              <a:t>Click to edit text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476497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 (Blue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2"/>
          <p:cNvGrpSpPr/>
          <p:nvPr userDrawn="1"/>
        </p:nvGrpSpPr>
        <p:grpSpPr>
          <a:xfrm>
            <a:off x="0" y="-1"/>
            <a:ext cx="11142133" cy="968722"/>
            <a:chOff x="0" y="-1"/>
            <a:chExt cx="8356600" cy="968722"/>
          </a:xfrm>
        </p:grpSpPr>
        <p:sp>
          <p:nvSpPr>
            <p:cNvPr id="17" name="Rectangle 16"/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52400"/>
            <a:ext cx="10483851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8533" y="561536"/>
            <a:ext cx="10465240" cy="352864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 sz="2000" baseline="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text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3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EACAF92-B9E3-7745-A793-01931CF82F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524000"/>
            <a:ext cx="10871200" cy="4724400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1pPr>
            <a:lvl2pPr marL="688975" indent="-231775">
              <a:buClr>
                <a:schemeClr val="accent2"/>
              </a:buClr>
              <a:buFont typeface="Arial" pitchFamily="34" charset="0"/>
              <a:buChar char="•"/>
              <a:defRPr sz="24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2pPr>
            <a:lvl3pPr marL="1027113" indent="-225425">
              <a:buClr>
                <a:schemeClr val="accent2"/>
              </a:buClr>
              <a:buFont typeface="Arial" pitchFamily="34" charset="0"/>
              <a:buChar char="•"/>
              <a:defRPr sz="2200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3pPr>
            <a:lvl4pPr marL="1377950" indent="-238125">
              <a:buClr>
                <a:schemeClr val="accent2"/>
              </a:buClr>
              <a:buFont typeface="Arial" pitchFamily="34" charset="0"/>
              <a:buChar char="•"/>
              <a:defRPr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chemeClr val="accent2"/>
              </a:buClr>
              <a:buFont typeface="Arial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altLang="ja-JP"/>
              <a:t>Click to edit text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476497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2">
            <a:extLst>
              <a:ext uri="{FF2B5EF4-FFF2-40B4-BE49-F238E27FC236}">
                <a16:creationId xmlns:a16="http://schemas.microsoft.com/office/drawing/2014/main" id="{2750AD89-307D-D744-A26D-9C6B6BF613AF}"/>
              </a:ext>
            </a:extLst>
          </p:cNvPr>
          <p:cNvGrpSpPr/>
          <p:nvPr userDrawn="1"/>
        </p:nvGrpSpPr>
        <p:grpSpPr>
          <a:xfrm>
            <a:off x="0" y="1"/>
            <a:ext cx="11142133" cy="968722"/>
            <a:chOff x="0" y="-1"/>
            <a:chExt cx="8356600" cy="968722"/>
          </a:xfrm>
        </p:grpSpPr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id="{6F2AF321-8CED-154F-BB50-AE76FA3D8C76}"/>
                </a:ext>
              </a:extLst>
            </p:cNvPr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14">
              <a:extLst>
                <a:ext uri="{FF2B5EF4-FFF2-40B4-BE49-F238E27FC236}">
                  <a16:creationId xmlns:a16="http://schemas.microsoft.com/office/drawing/2014/main" id="{A67DF930-25C0-D349-B174-D20F1CEAFF4D}"/>
                </a:ext>
              </a:extLst>
            </p:cNvPr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4E61D940-8F31-6B45-85B9-EF02C4F6BFBA}"/>
                </a:ext>
              </a:extLst>
            </p:cNvPr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0"/>
            <a:ext cx="10464800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11" name="Chart Placeholder 10"/>
          <p:cNvSpPr>
            <a:spLocks noGrp="1"/>
          </p:cNvSpPr>
          <p:nvPr>
            <p:ph type="chart" sz="quarter" idx="12" hasCustomPrompt="1"/>
          </p:nvPr>
        </p:nvSpPr>
        <p:spPr>
          <a:xfrm>
            <a:off x="609600" y="2133600"/>
            <a:ext cx="10972800" cy="4114800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altLang="ja-JP" noProof="0"/>
              <a:t>Click to edit a Chart</a:t>
            </a:r>
            <a:endParaRPr lang="en-US" noProof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219200"/>
            <a:ext cx="10972800" cy="914400"/>
          </a:xfrm>
        </p:spPr>
        <p:txBody>
          <a:bodyPr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 sz="2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7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2107007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2"/>
          <p:cNvGrpSpPr/>
          <p:nvPr userDrawn="1"/>
        </p:nvGrpSpPr>
        <p:grpSpPr>
          <a:xfrm>
            <a:off x="0" y="-1"/>
            <a:ext cx="11142133" cy="968722"/>
            <a:chOff x="0" y="-1"/>
            <a:chExt cx="8356600" cy="968722"/>
          </a:xfrm>
        </p:grpSpPr>
        <p:sp>
          <p:nvSpPr>
            <p:cNvPr id="19" name="Rectangle 18"/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0"/>
            <a:ext cx="10464800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11" name="Chart Placeholder 10"/>
          <p:cNvSpPr>
            <a:spLocks noGrp="1"/>
          </p:cNvSpPr>
          <p:nvPr>
            <p:ph type="chart" sz="quarter" idx="12" hasCustomPrompt="1"/>
          </p:nvPr>
        </p:nvSpPr>
        <p:spPr>
          <a:xfrm>
            <a:off x="608534" y="2133600"/>
            <a:ext cx="10973866" cy="4114800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altLang="ja-JP" noProof="0"/>
              <a:t>Click to edit a Chart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219200"/>
            <a:ext cx="10972800" cy="914400"/>
          </a:xfrm>
        </p:spPr>
        <p:txBody>
          <a:bodyPr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 sz="2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text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08534" y="561536"/>
            <a:ext cx="10465093" cy="352864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 sz="2000" baseline="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3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210700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2">
            <a:extLst>
              <a:ext uri="{FF2B5EF4-FFF2-40B4-BE49-F238E27FC236}">
                <a16:creationId xmlns:a16="http://schemas.microsoft.com/office/drawing/2014/main" id="{89F6F422-C74C-474F-BF2B-38CA45DC5DD6}"/>
              </a:ext>
            </a:extLst>
          </p:cNvPr>
          <p:cNvGrpSpPr/>
          <p:nvPr userDrawn="1"/>
        </p:nvGrpSpPr>
        <p:grpSpPr>
          <a:xfrm>
            <a:off x="0" y="1"/>
            <a:ext cx="11142133" cy="968722"/>
            <a:chOff x="0" y="-1"/>
            <a:chExt cx="8356600" cy="968722"/>
          </a:xfrm>
        </p:grpSpPr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1A93A29D-44F2-594B-B9B3-744A13ABFC23}"/>
                </a:ext>
              </a:extLst>
            </p:cNvPr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BFDE4023-7741-E041-AC26-B789525EF7DB}"/>
                </a:ext>
              </a:extLst>
            </p:cNvPr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15">
              <a:extLst>
                <a:ext uri="{FF2B5EF4-FFF2-40B4-BE49-F238E27FC236}">
                  <a16:creationId xmlns:a16="http://schemas.microsoft.com/office/drawing/2014/main" id="{0CEFC152-7BE1-1442-9DB1-A4837E331957}"/>
                </a:ext>
              </a:extLst>
            </p:cNvPr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able Placeholder 5"/>
          <p:cNvSpPr>
            <a:spLocks noGrp="1"/>
          </p:cNvSpPr>
          <p:nvPr>
            <p:ph type="tbl" sz="quarter" idx="12" hasCustomPrompt="1"/>
          </p:nvPr>
        </p:nvSpPr>
        <p:spPr>
          <a:xfrm>
            <a:off x="609600" y="2133600"/>
            <a:ext cx="10972800" cy="4114800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altLang="ja-JP" noProof="0"/>
              <a:t>Click to edit Table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52400"/>
            <a:ext cx="10483851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219200"/>
            <a:ext cx="10972800" cy="914400"/>
          </a:xfrm>
        </p:spPr>
        <p:txBody>
          <a:bodyPr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 sz="2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7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527042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2"/>
          <p:cNvGrpSpPr/>
          <p:nvPr userDrawn="1"/>
        </p:nvGrpSpPr>
        <p:grpSpPr>
          <a:xfrm>
            <a:off x="0" y="-1"/>
            <a:ext cx="11142133" cy="968722"/>
            <a:chOff x="0" y="-1"/>
            <a:chExt cx="8356600" cy="968722"/>
          </a:xfrm>
        </p:grpSpPr>
        <p:sp>
          <p:nvSpPr>
            <p:cNvPr id="18" name="Rectangle 17"/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able Placeholder 5"/>
          <p:cNvSpPr>
            <a:spLocks noGrp="1"/>
          </p:cNvSpPr>
          <p:nvPr>
            <p:ph type="tbl" sz="quarter" idx="12" hasCustomPrompt="1"/>
          </p:nvPr>
        </p:nvSpPr>
        <p:spPr>
          <a:xfrm>
            <a:off x="608533" y="2133600"/>
            <a:ext cx="10973867" cy="4114800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altLang="ja-JP" noProof="0"/>
              <a:t>Click to edit Table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52400"/>
            <a:ext cx="10483851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219200"/>
            <a:ext cx="10972800" cy="914400"/>
          </a:xfrm>
        </p:spPr>
        <p:txBody>
          <a:bodyPr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 sz="2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text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08533" y="561536"/>
            <a:ext cx="10465240" cy="352864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 sz="2000" baseline="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4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527042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2">
            <a:extLst>
              <a:ext uri="{FF2B5EF4-FFF2-40B4-BE49-F238E27FC236}">
                <a16:creationId xmlns:a16="http://schemas.microsoft.com/office/drawing/2014/main" id="{DFE88E42-6698-0D4F-A124-C2ACAB9EE08A}"/>
              </a:ext>
            </a:extLst>
          </p:cNvPr>
          <p:cNvGrpSpPr/>
          <p:nvPr userDrawn="1"/>
        </p:nvGrpSpPr>
        <p:grpSpPr>
          <a:xfrm>
            <a:off x="0" y="-1"/>
            <a:ext cx="11142133" cy="968722"/>
            <a:chOff x="0" y="-1"/>
            <a:chExt cx="8356600" cy="968722"/>
          </a:xfrm>
        </p:grpSpPr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71807C41-A8D7-B249-BCF4-83A568F77AEE}"/>
                </a:ext>
              </a:extLst>
            </p:cNvPr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7B8F17F4-7E30-2941-869C-8B2C008D0826}"/>
                </a:ext>
              </a:extLst>
            </p:cNvPr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D5E2553C-C174-5A4E-A9EB-698D6E9FC844}"/>
                </a:ext>
              </a:extLst>
            </p:cNvPr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0"/>
            <a:ext cx="10464800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9" name="SmartArt Placeholder 8"/>
          <p:cNvSpPr>
            <a:spLocks noGrp="1"/>
          </p:cNvSpPr>
          <p:nvPr>
            <p:ph type="dgm" sz="quarter" idx="12" hasCustomPrompt="1"/>
          </p:nvPr>
        </p:nvSpPr>
        <p:spPr>
          <a:xfrm>
            <a:off x="609600" y="2133600"/>
            <a:ext cx="10972800" cy="4114800"/>
          </a:xfrm>
        </p:spPr>
        <p:txBody>
          <a:bodyPr rtlCol="0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 noProof="0"/>
              <a:t>Click to edit SmartArt Graphic</a:t>
            </a:r>
            <a:endParaRPr lang="en-US" noProof="0"/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219200"/>
            <a:ext cx="10972800" cy="914400"/>
          </a:xfrm>
        </p:spPr>
        <p:txBody>
          <a:bodyPr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 sz="2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text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7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934905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2"/>
          <p:cNvGrpSpPr/>
          <p:nvPr userDrawn="1"/>
        </p:nvGrpSpPr>
        <p:grpSpPr>
          <a:xfrm>
            <a:off x="0" y="-1"/>
            <a:ext cx="11142133" cy="968722"/>
            <a:chOff x="0" y="-1"/>
            <a:chExt cx="8356600" cy="968722"/>
          </a:xfrm>
        </p:grpSpPr>
        <p:sp>
          <p:nvSpPr>
            <p:cNvPr id="19" name="Rectangle 18"/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0"/>
            <a:ext cx="10464800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9" name="SmartArt Placeholder 8"/>
          <p:cNvSpPr>
            <a:spLocks noGrp="1"/>
          </p:cNvSpPr>
          <p:nvPr>
            <p:ph type="dgm" sz="quarter" idx="12" hasCustomPrompt="1"/>
          </p:nvPr>
        </p:nvSpPr>
        <p:spPr>
          <a:xfrm>
            <a:off x="608533" y="2133600"/>
            <a:ext cx="10973867" cy="4114800"/>
          </a:xfrm>
        </p:spPr>
        <p:txBody>
          <a:bodyPr rtlCol="0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 noProof="0"/>
              <a:t>Click to edit SmartArt Graphic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219200"/>
            <a:ext cx="10972800" cy="914400"/>
          </a:xfrm>
        </p:spPr>
        <p:txBody>
          <a:bodyPr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 sz="2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text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08533" y="561536"/>
            <a:ext cx="10446043" cy="352864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 sz="2000" baseline="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text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5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9349056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2">
            <a:extLst>
              <a:ext uri="{FF2B5EF4-FFF2-40B4-BE49-F238E27FC236}">
                <a16:creationId xmlns:a16="http://schemas.microsoft.com/office/drawing/2014/main" id="{3984EEA2-E8B4-0E47-BF9B-8D49ECC3DB1C}"/>
              </a:ext>
            </a:extLst>
          </p:cNvPr>
          <p:cNvGrpSpPr/>
          <p:nvPr userDrawn="1"/>
        </p:nvGrpSpPr>
        <p:grpSpPr>
          <a:xfrm>
            <a:off x="0" y="-1"/>
            <a:ext cx="11142133" cy="968722"/>
            <a:chOff x="0" y="-1"/>
            <a:chExt cx="8356600" cy="968722"/>
          </a:xfrm>
        </p:grpSpPr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B6C64C32-A109-D949-B4FE-51243D9E8275}"/>
                </a:ext>
              </a:extLst>
            </p:cNvPr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72A048D5-A01B-154D-AEA3-F8CBE1968B06}"/>
                </a:ext>
              </a:extLst>
            </p:cNvPr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B4CCF489-3D63-344B-9304-5945DFD52E94}"/>
                </a:ext>
              </a:extLst>
            </p:cNvPr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Content Placeholder 17"/>
          <p:cNvSpPr>
            <a:spLocks noGrp="1"/>
          </p:cNvSpPr>
          <p:nvPr>
            <p:ph sz="quarter" idx="16" hasCustomPrompt="1"/>
          </p:nvPr>
        </p:nvSpPr>
        <p:spPr>
          <a:xfrm>
            <a:off x="603444" y="1527049"/>
            <a:ext cx="5307829" cy="475672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ja-JP"/>
              <a:t>Click to edit an </a:t>
            </a:r>
            <a:r>
              <a:rPr lang="en-US"/>
              <a:t>Object</a:t>
            </a:r>
          </a:p>
        </p:txBody>
      </p:sp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3" y="152400"/>
            <a:ext cx="10483851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 userDrawn="1"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4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  <p:sp>
        <p:nvSpPr>
          <p:cNvPr id="17" name="Content Placeholder 19">
            <a:extLst>
              <a:ext uri="{FF2B5EF4-FFF2-40B4-BE49-F238E27FC236}">
                <a16:creationId xmlns:a16="http://schemas.microsoft.com/office/drawing/2014/main" id="{EF1C834B-0B82-4E4D-9D79-1AF46A32092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1438" y="1527048"/>
            <a:ext cx="5308599" cy="47474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ja-JP"/>
              <a:t>Click to edit text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449464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2"/>
          <p:cNvGrpSpPr/>
          <p:nvPr userDrawn="1"/>
        </p:nvGrpSpPr>
        <p:grpSpPr>
          <a:xfrm>
            <a:off x="0" y="-1"/>
            <a:ext cx="11142133" cy="968722"/>
            <a:chOff x="0" y="-1"/>
            <a:chExt cx="8356600" cy="968722"/>
          </a:xfrm>
        </p:grpSpPr>
        <p:sp>
          <p:nvSpPr>
            <p:cNvPr id="20" name="Rectangle 19"/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52400"/>
            <a:ext cx="10483851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8534" y="561536"/>
            <a:ext cx="10465093" cy="276664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 sz="2000" baseline="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text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13" name="Content Placeholder 17"/>
          <p:cNvSpPr>
            <a:spLocks noGrp="1"/>
          </p:cNvSpPr>
          <p:nvPr>
            <p:ph sz="quarter" idx="16" hasCustomPrompt="1"/>
          </p:nvPr>
        </p:nvSpPr>
        <p:spPr>
          <a:xfrm>
            <a:off x="603444" y="1527049"/>
            <a:ext cx="5307829" cy="475672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ja-JP"/>
              <a:t>Click to edit an Object</a:t>
            </a:r>
          </a:p>
        </p:txBody>
      </p:sp>
      <p:pic>
        <p:nvPicPr>
          <p:cNvPr id="14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  <p:sp>
        <p:nvSpPr>
          <p:cNvPr id="17" name="Content Placeholder 19">
            <a:extLst>
              <a:ext uri="{FF2B5EF4-FFF2-40B4-BE49-F238E27FC236}">
                <a16:creationId xmlns:a16="http://schemas.microsoft.com/office/drawing/2014/main" id="{5FCD8A9A-8364-6340-9EC1-4D9B352DEA5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1438" y="1527048"/>
            <a:ext cx="5308599" cy="47474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ja-JP"/>
              <a:t>Click to edit text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449464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1 - Customiza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31">
            <a:extLst>
              <a:ext uri="{FF2B5EF4-FFF2-40B4-BE49-F238E27FC236}">
                <a16:creationId xmlns:a16="http://schemas.microsoft.com/office/drawing/2014/main" id="{882325CB-CE64-B548-A4A8-4361E0502E7F}"/>
              </a:ext>
            </a:extLst>
          </p:cNvPr>
          <p:cNvGrpSpPr/>
          <p:nvPr userDrawn="1"/>
        </p:nvGrpSpPr>
        <p:grpSpPr>
          <a:xfrm>
            <a:off x="1" y="-1"/>
            <a:ext cx="11745576" cy="968722"/>
            <a:chOff x="321892" y="1163780"/>
            <a:chExt cx="8487290" cy="968722"/>
          </a:xfrm>
        </p:grpSpPr>
        <p:sp>
          <p:nvSpPr>
            <p:cNvPr id="13" name="Rectangle 26">
              <a:extLst>
                <a:ext uri="{FF2B5EF4-FFF2-40B4-BE49-F238E27FC236}">
                  <a16:creationId xmlns:a16="http://schemas.microsoft.com/office/drawing/2014/main" id="{FFEEACF6-1389-704A-9352-E4DBB9FA2AAF}"/>
                </a:ext>
              </a:extLst>
            </p:cNvPr>
            <p:cNvSpPr/>
            <p:nvPr userDrawn="1"/>
          </p:nvSpPr>
          <p:spPr>
            <a:xfrm>
              <a:off x="321892" y="1163781"/>
              <a:ext cx="848729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9BB0F622-DBB9-1F45-B8F9-18A0BADA6E3A}"/>
                </a:ext>
              </a:extLst>
            </p:cNvPr>
            <p:cNvSpPr/>
            <p:nvPr userDrawn="1"/>
          </p:nvSpPr>
          <p:spPr>
            <a:xfrm>
              <a:off x="321892" y="1163780"/>
              <a:ext cx="662039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9F546596-855B-FF45-8CBE-B434BB420E22}"/>
                </a:ext>
              </a:extLst>
            </p:cNvPr>
            <p:cNvSpPr/>
            <p:nvPr userDrawn="1"/>
          </p:nvSpPr>
          <p:spPr>
            <a:xfrm>
              <a:off x="6942282" y="2041062"/>
              <a:ext cx="186690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Freeform 20"/>
          <p:cNvSpPr/>
          <p:nvPr userDrawn="1"/>
        </p:nvSpPr>
        <p:spPr>
          <a:xfrm>
            <a:off x="0" y="5647145"/>
            <a:ext cx="12198283" cy="1340228"/>
          </a:xfrm>
          <a:custGeom>
            <a:avLst/>
            <a:gdLst>
              <a:gd name="connsiteX0" fmla="*/ 0 w 9189267"/>
              <a:gd name="connsiteY0" fmla="*/ 244443 h 543208"/>
              <a:gd name="connsiteX1" fmla="*/ 9054 w 9189267"/>
              <a:gd name="connsiteY1" fmla="*/ 543208 h 543208"/>
              <a:gd name="connsiteX2" fmla="*/ 9189267 w 9189267"/>
              <a:gd name="connsiteY2" fmla="*/ 543208 h 543208"/>
              <a:gd name="connsiteX3" fmla="*/ 9171160 w 9189267"/>
              <a:gd name="connsiteY3" fmla="*/ 0 h 543208"/>
              <a:gd name="connsiteX4" fmla="*/ 0 w 9189267"/>
              <a:gd name="connsiteY4" fmla="*/ 244443 h 543208"/>
              <a:gd name="connsiteX0" fmla="*/ 0 w 9189267"/>
              <a:gd name="connsiteY0" fmla="*/ 679010 h 977775"/>
              <a:gd name="connsiteX1" fmla="*/ 9054 w 9189267"/>
              <a:gd name="connsiteY1" fmla="*/ 977775 h 977775"/>
              <a:gd name="connsiteX2" fmla="*/ 9189267 w 9189267"/>
              <a:gd name="connsiteY2" fmla="*/ 977775 h 977775"/>
              <a:gd name="connsiteX3" fmla="*/ 9171160 w 9189267"/>
              <a:gd name="connsiteY3" fmla="*/ 434567 h 977775"/>
              <a:gd name="connsiteX4" fmla="*/ 0 w 9189267"/>
              <a:gd name="connsiteY4" fmla="*/ 679010 h 977775"/>
              <a:gd name="connsiteX0" fmla="*/ 0 w 9189267"/>
              <a:gd name="connsiteY0" fmla="*/ 715223 h 1013988"/>
              <a:gd name="connsiteX1" fmla="*/ 9054 w 9189267"/>
              <a:gd name="connsiteY1" fmla="*/ 1013988 h 1013988"/>
              <a:gd name="connsiteX2" fmla="*/ 9189267 w 9189267"/>
              <a:gd name="connsiteY2" fmla="*/ 1013988 h 1013988"/>
              <a:gd name="connsiteX3" fmla="*/ 9171160 w 9189267"/>
              <a:gd name="connsiteY3" fmla="*/ 470780 h 1013988"/>
              <a:gd name="connsiteX4" fmla="*/ 0 w 9189267"/>
              <a:gd name="connsiteY4" fmla="*/ 715223 h 1013988"/>
              <a:gd name="connsiteX0" fmla="*/ 0 w 9189267"/>
              <a:gd name="connsiteY0" fmla="*/ 715223 h 1729211"/>
              <a:gd name="connsiteX1" fmla="*/ 9054 w 9189267"/>
              <a:gd name="connsiteY1" fmla="*/ 1013988 h 1729211"/>
              <a:gd name="connsiteX2" fmla="*/ 9189267 w 9189267"/>
              <a:gd name="connsiteY2" fmla="*/ 1013988 h 1729211"/>
              <a:gd name="connsiteX3" fmla="*/ 9171160 w 9189267"/>
              <a:gd name="connsiteY3" fmla="*/ 470780 h 1729211"/>
              <a:gd name="connsiteX4" fmla="*/ 0 w 9189267"/>
              <a:gd name="connsiteY4" fmla="*/ 715223 h 1729211"/>
              <a:gd name="connsiteX0" fmla="*/ 0 w 9189267"/>
              <a:gd name="connsiteY0" fmla="*/ 715223 h 1141383"/>
              <a:gd name="connsiteX1" fmla="*/ 9054 w 9189267"/>
              <a:gd name="connsiteY1" fmla="*/ 1013988 h 1141383"/>
              <a:gd name="connsiteX2" fmla="*/ 9189267 w 9189267"/>
              <a:gd name="connsiteY2" fmla="*/ 1013988 h 1141383"/>
              <a:gd name="connsiteX3" fmla="*/ 9171160 w 9189267"/>
              <a:gd name="connsiteY3" fmla="*/ 470780 h 1141383"/>
              <a:gd name="connsiteX4" fmla="*/ 0 w 9189267"/>
              <a:gd name="connsiteY4" fmla="*/ 715223 h 1141383"/>
              <a:gd name="connsiteX0" fmla="*/ 0 w 9189267"/>
              <a:gd name="connsiteY0" fmla="*/ 911165 h 1337325"/>
              <a:gd name="connsiteX1" fmla="*/ 9054 w 9189267"/>
              <a:gd name="connsiteY1" fmla="*/ 1209930 h 1337325"/>
              <a:gd name="connsiteX2" fmla="*/ 9189267 w 9189267"/>
              <a:gd name="connsiteY2" fmla="*/ 1209930 h 1337325"/>
              <a:gd name="connsiteX3" fmla="*/ 9171160 w 9189267"/>
              <a:gd name="connsiteY3" fmla="*/ 666722 h 1337325"/>
              <a:gd name="connsiteX4" fmla="*/ 0 w 9189267"/>
              <a:gd name="connsiteY4" fmla="*/ 911165 h 1337325"/>
              <a:gd name="connsiteX0" fmla="*/ 13394 w 9180213"/>
              <a:gd name="connsiteY0" fmla="*/ 911165 h 1340228"/>
              <a:gd name="connsiteX1" fmla="*/ 0 w 9180213"/>
              <a:gd name="connsiteY1" fmla="*/ 1212833 h 1340228"/>
              <a:gd name="connsiteX2" fmla="*/ 9180213 w 9180213"/>
              <a:gd name="connsiteY2" fmla="*/ 1212833 h 1340228"/>
              <a:gd name="connsiteX3" fmla="*/ 9162106 w 9180213"/>
              <a:gd name="connsiteY3" fmla="*/ 669625 h 1340228"/>
              <a:gd name="connsiteX4" fmla="*/ 13394 w 9180213"/>
              <a:gd name="connsiteY4" fmla="*/ 911165 h 1340228"/>
              <a:gd name="connsiteX0" fmla="*/ 0 w 9166819"/>
              <a:gd name="connsiteY0" fmla="*/ 911165 h 1340228"/>
              <a:gd name="connsiteX1" fmla="*/ 0 w 9166819"/>
              <a:gd name="connsiteY1" fmla="*/ 1210855 h 1340228"/>
              <a:gd name="connsiteX2" fmla="*/ 9166819 w 9166819"/>
              <a:gd name="connsiteY2" fmla="*/ 1212833 h 1340228"/>
              <a:gd name="connsiteX3" fmla="*/ 9148712 w 9166819"/>
              <a:gd name="connsiteY3" fmla="*/ 669625 h 1340228"/>
              <a:gd name="connsiteX4" fmla="*/ 0 w 9166819"/>
              <a:gd name="connsiteY4" fmla="*/ 911165 h 1340228"/>
              <a:gd name="connsiteX0" fmla="*/ 0 w 9148712"/>
              <a:gd name="connsiteY0" fmla="*/ 911165 h 1340228"/>
              <a:gd name="connsiteX1" fmla="*/ 0 w 9148712"/>
              <a:gd name="connsiteY1" fmla="*/ 1210855 h 1340228"/>
              <a:gd name="connsiteX2" fmla="*/ 9144000 w 9148712"/>
              <a:gd name="connsiteY2" fmla="*/ 1210855 h 1340228"/>
              <a:gd name="connsiteX3" fmla="*/ 9148712 w 9148712"/>
              <a:gd name="connsiteY3" fmla="*/ 669625 h 1340228"/>
              <a:gd name="connsiteX4" fmla="*/ 0 w 9148712"/>
              <a:gd name="connsiteY4" fmla="*/ 911165 h 1340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8712" h="1340228">
                <a:moveTo>
                  <a:pt x="0" y="911165"/>
                </a:moveTo>
                <a:lnTo>
                  <a:pt x="0" y="1210855"/>
                </a:lnTo>
                <a:lnTo>
                  <a:pt x="9144000" y="1210855"/>
                </a:lnTo>
                <a:cubicBezTo>
                  <a:pt x="9145571" y="1030445"/>
                  <a:pt x="9147141" y="850035"/>
                  <a:pt x="9148712" y="669625"/>
                </a:cubicBezTo>
                <a:cubicBezTo>
                  <a:pt x="5533577" y="1340228"/>
                  <a:pt x="2190291" y="0"/>
                  <a:pt x="0" y="9111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3" y="152400"/>
            <a:ext cx="9988059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 userDrawn="1">
            <p:ph type="sldNum" sz="quarter" idx="13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 userDrawn="1"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2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59074" y="2"/>
            <a:ext cx="686008" cy="675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7074423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2 - Customiza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>
            <a:off x="0" y="5647145"/>
            <a:ext cx="12198283" cy="1340228"/>
          </a:xfrm>
          <a:custGeom>
            <a:avLst/>
            <a:gdLst>
              <a:gd name="connsiteX0" fmla="*/ 0 w 9189267"/>
              <a:gd name="connsiteY0" fmla="*/ 244443 h 543208"/>
              <a:gd name="connsiteX1" fmla="*/ 9054 w 9189267"/>
              <a:gd name="connsiteY1" fmla="*/ 543208 h 543208"/>
              <a:gd name="connsiteX2" fmla="*/ 9189267 w 9189267"/>
              <a:gd name="connsiteY2" fmla="*/ 543208 h 543208"/>
              <a:gd name="connsiteX3" fmla="*/ 9171160 w 9189267"/>
              <a:gd name="connsiteY3" fmla="*/ 0 h 543208"/>
              <a:gd name="connsiteX4" fmla="*/ 0 w 9189267"/>
              <a:gd name="connsiteY4" fmla="*/ 244443 h 543208"/>
              <a:gd name="connsiteX0" fmla="*/ 0 w 9189267"/>
              <a:gd name="connsiteY0" fmla="*/ 679010 h 977775"/>
              <a:gd name="connsiteX1" fmla="*/ 9054 w 9189267"/>
              <a:gd name="connsiteY1" fmla="*/ 977775 h 977775"/>
              <a:gd name="connsiteX2" fmla="*/ 9189267 w 9189267"/>
              <a:gd name="connsiteY2" fmla="*/ 977775 h 977775"/>
              <a:gd name="connsiteX3" fmla="*/ 9171160 w 9189267"/>
              <a:gd name="connsiteY3" fmla="*/ 434567 h 977775"/>
              <a:gd name="connsiteX4" fmla="*/ 0 w 9189267"/>
              <a:gd name="connsiteY4" fmla="*/ 679010 h 977775"/>
              <a:gd name="connsiteX0" fmla="*/ 0 w 9189267"/>
              <a:gd name="connsiteY0" fmla="*/ 715223 h 1013988"/>
              <a:gd name="connsiteX1" fmla="*/ 9054 w 9189267"/>
              <a:gd name="connsiteY1" fmla="*/ 1013988 h 1013988"/>
              <a:gd name="connsiteX2" fmla="*/ 9189267 w 9189267"/>
              <a:gd name="connsiteY2" fmla="*/ 1013988 h 1013988"/>
              <a:gd name="connsiteX3" fmla="*/ 9171160 w 9189267"/>
              <a:gd name="connsiteY3" fmla="*/ 470780 h 1013988"/>
              <a:gd name="connsiteX4" fmla="*/ 0 w 9189267"/>
              <a:gd name="connsiteY4" fmla="*/ 715223 h 1013988"/>
              <a:gd name="connsiteX0" fmla="*/ 0 w 9189267"/>
              <a:gd name="connsiteY0" fmla="*/ 715223 h 1729211"/>
              <a:gd name="connsiteX1" fmla="*/ 9054 w 9189267"/>
              <a:gd name="connsiteY1" fmla="*/ 1013988 h 1729211"/>
              <a:gd name="connsiteX2" fmla="*/ 9189267 w 9189267"/>
              <a:gd name="connsiteY2" fmla="*/ 1013988 h 1729211"/>
              <a:gd name="connsiteX3" fmla="*/ 9171160 w 9189267"/>
              <a:gd name="connsiteY3" fmla="*/ 470780 h 1729211"/>
              <a:gd name="connsiteX4" fmla="*/ 0 w 9189267"/>
              <a:gd name="connsiteY4" fmla="*/ 715223 h 1729211"/>
              <a:gd name="connsiteX0" fmla="*/ 0 w 9189267"/>
              <a:gd name="connsiteY0" fmla="*/ 715223 h 1141383"/>
              <a:gd name="connsiteX1" fmla="*/ 9054 w 9189267"/>
              <a:gd name="connsiteY1" fmla="*/ 1013988 h 1141383"/>
              <a:gd name="connsiteX2" fmla="*/ 9189267 w 9189267"/>
              <a:gd name="connsiteY2" fmla="*/ 1013988 h 1141383"/>
              <a:gd name="connsiteX3" fmla="*/ 9171160 w 9189267"/>
              <a:gd name="connsiteY3" fmla="*/ 470780 h 1141383"/>
              <a:gd name="connsiteX4" fmla="*/ 0 w 9189267"/>
              <a:gd name="connsiteY4" fmla="*/ 715223 h 1141383"/>
              <a:gd name="connsiteX0" fmla="*/ 0 w 9189267"/>
              <a:gd name="connsiteY0" fmla="*/ 911165 h 1337325"/>
              <a:gd name="connsiteX1" fmla="*/ 9054 w 9189267"/>
              <a:gd name="connsiteY1" fmla="*/ 1209930 h 1337325"/>
              <a:gd name="connsiteX2" fmla="*/ 9189267 w 9189267"/>
              <a:gd name="connsiteY2" fmla="*/ 1209930 h 1337325"/>
              <a:gd name="connsiteX3" fmla="*/ 9171160 w 9189267"/>
              <a:gd name="connsiteY3" fmla="*/ 666722 h 1337325"/>
              <a:gd name="connsiteX4" fmla="*/ 0 w 9189267"/>
              <a:gd name="connsiteY4" fmla="*/ 911165 h 1337325"/>
              <a:gd name="connsiteX0" fmla="*/ 13394 w 9180213"/>
              <a:gd name="connsiteY0" fmla="*/ 911165 h 1340228"/>
              <a:gd name="connsiteX1" fmla="*/ 0 w 9180213"/>
              <a:gd name="connsiteY1" fmla="*/ 1212833 h 1340228"/>
              <a:gd name="connsiteX2" fmla="*/ 9180213 w 9180213"/>
              <a:gd name="connsiteY2" fmla="*/ 1212833 h 1340228"/>
              <a:gd name="connsiteX3" fmla="*/ 9162106 w 9180213"/>
              <a:gd name="connsiteY3" fmla="*/ 669625 h 1340228"/>
              <a:gd name="connsiteX4" fmla="*/ 13394 w 9180213"/>
              <a:gd name="connsiteY4" fmla="*/ 911165 h 1340228"/>
              <a:gd name="connsiteX0" fmla="*/ 0 w 9166819"/>
              <a:gd name="connsiteY0" fmla="*/ 911165 h 1340228"/>
              <a:gd name="connsiteX1" fmla="*/ 0 w 9166819"/>
              <a:gd name="connsiteY1" fmla="*/ 1210855 h 1340228"/>
              <a:gd name="connsiteX2" fmla="*/ 9166819 w 9166819"/>
              <a:gd name="connsiteY2" fmla="*/ 1212833 h 1340228"/>
              <a:gd name="connsiteX3" fmla="*/ 9148712 w 9166819"/>
              <a:gd name="connsiteY3" fmla="*/ 669625 h 1340228"/>
              <a:gd name="connsiteX4" fmla="*/ 0 w 9166819"/>
              <a:gd name="connsiteY4" fmla="*/ 911165 h 1340228"/>
              <a:gd name="connsiteX0" fmla="*/ 0 w 9148712"/>
              <a:gd name="connsiteY0" fmla="*/ 911165 h 1340228"/>
              <a:gd name="connsiteX1" fmla="*/ 0 w 9148712"/>
              <a:gd name="connsiteY1" fmla="*/ 1210855 h 1340228"/>
              <a:gd name="connsiteX2" fmla="*/ 9144000 w 9148712"/>
              <a:gd name="connsiteY2" fmla="*/ 1210855 h 1340228"/>
              <a:gd name="connsiteX3" fmla="*/ 9148712 w 9148712"/>
              <a:gd name="connsiteY3" fmla="*/ 669625 h 1340228"/>
              <a:gd name="connsiteX4" fmla="*/ 0 w 9148712"/>
              <a:gd name="connsiteY4" fmla="*/ 911165 h 1340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8712" h="1340228">
                <a:moveTo>
                  <a:pt x="0" y="911165"/>
                </a:moveTo>
                <a:lnTo>
                  <a:pt x="0" y="1210855"/>
                </a:lnTo>
                <a:lnTo>
                  <a:pt x="9144000" y="1210855"/>
                </a:lnTo>
                <a:cubicBezTo>
                  <a:pt x="9145571" y="1030445"/>
                  <a:pt x="9147141" y="850035"/>
                  <a:pt x="9148712" y="669625"/>
                </a:cubicBezTo>
                <a:cubicBezTo>
                  <a:pt x="5533577" y="1340228"/>
                  <a:pt x="2190291" y="0"/>
                  <a:pt x="0" y="9111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31"/>
          <p:cNvGrpSpPr/>
          <p:nvPr userDrawn="1"/>
        </p:nvGrpSpPr>
        <p:grpSpPr>
          <a:xfrm>
            <a:off x="1" y="-1"/>
            <a:ext cx="11745576" cy="968722"/>
            <a:chOff x="321892" y="1163780"/>
            <a:chExt cx="8487290" cy="968722"/>
          </a:xfrm>
        </p:grpSpPr>
        <p:sp>
          <p:nvSpPr>
            <p:cNvPr id="27" name="Rectangle 26"/>
            <p:cNvSpPr/>
            <p:nvPr userDrawn="1"/>
          </p:nvSpPr>
          <p:spPr>
            <a:xfrm>
              <a:off x="321892" y="1163781"/>
              <a:ext cx="8487290" cy="96872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321892" y="1163780"/>
              <a:ext cx="662039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 userDrawn="1"/>
          </p:nvSpPr>
          <p:spPr>
            <a:xfrm>
              <a:off x="6942282" y="2041062"/>
              <a:ext cx="186690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3" y="152400"/>
            <a:ext cx="9985248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08536" y="561536"/>
            <a:ext cx="9985248" cy="352864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 sz="2000" baseline="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text</a:t>
            </a:r>
          </a:p>
        </p:txBody>
      </p:sp>
      <p:sp>
        <p:nvSpPr>
          <p:cNvPr id="15" name="Slide Number Placeholder 14"/>
          <p:cNvSpPr>
            <a:spLocks noGrp="1"/>
          </p:cNvSpPr>
          <p:nvPr userDrawn="1">
            <p:ph type="sldNum" sz="quarter" idx="13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 userDrawn="1"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4" name="Picture 2" descr="C:\Users\jallison\AppData\Local\Temp\VMwareDnD\a0679ae3\DS_logo_portrait_format_4color_rgb_120206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59074" y="2"/>
            <a:ext cx="686008" cy="675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707442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- No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0707442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Text in Middle, Gray">
    <p:bg>
      <p:bgPr>
        <a:solidFill>
          <a:srgbClr val="D9D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29384"/>
            <a:ext cx="9601200" cy="3705569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743712" y="2212848"/>
            <a:ext cx="7729728" cy="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2800" kern="1200" baseline="0" dirty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428680" y="0"/>
            <a:ext cx="9159889" cy="91440"/>
          </a:xfrm>
          <a:prstGeom prst="rect">
            <a:avLst/>
          </a:prstGeom>
          <a:solidFill>
            <a:srgbClr val="89B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419" tIns="32210" rIns="64419" bIns="32210" rtlCol="0" anchor="ctr"/>
          <a:lstStyle/>
          <a:p>
            <a:pPr algn="ctr"/>
            <a:endParaRPr lang="en-US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2" name="Picture 2" descr="\\ATEM_SFO\Clients\DSK_Daiichi_Sankyo\DSK_80_12142_PPT_Redesign\DSK_Design\Final_Artwork\Images\DS_logo_portrait_format_4color_rgb_120206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51905" y="0"/>
            <a:ext cx="1330036" cy="13128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5945265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Gray Background">
    <p:bg>
      <p:bgPr>
        <a:solidFill>
          <a:srgbClr val="D9D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2">
            <a:extLst>
              <a:ext uri="{FF2B5EF4-FFF2-40B4-BE49-F238E27FC236}">
                <a16:creationId xmlns:a16="http://schemas.microsoft.com/office/drawing/2014/main" id="{646EEB8A-3776-9E4F-A866-45AEF3B4C9DE}"/>
              </a:ext>
            </a:extLst>
          </p:cNvPr>
          <p:cNvGrpSpPr/>
          <p:nvPr userDrawn="1"/>
        </p:nvGrpSpPr>
        <p:grpSpPr>
          <a:xfrm>
            <a:off x="0" y="-1"/>
            <a:ext cx="11142133" cy="968722"/>
            <a:chOff x="0" y="-1"/>
            <a:chExt cx="8356600" cy="968722"/>
          </a:xfrm>
        </p:grpSpPr>
        <p:sp>
          <p:nvSpPr>
            <p:cNvPr id="10" name="Rectangle 18">
              <a:extLst>
                <a:ext uri="{FF2B5EF4-FFF2-40B4-BE49-F238E27FC236}">
                  <a16:creationId xmlns:a16="http://schemas.microsoft.com/office/drawing/2014/main" id="{564C5A05-954A-6C4D-BD49-A8B62E32CB21}"/>
                </a:ext>
              </a:extLst>
            </p:cNvPr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rgbClr val="D9D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9">
              <a:extLst>
                <a:ext uri="{FF2B5EF4-FFF2-40B4-BE49-F238E27FC236}">
                  <a16:creationId xmlns:a16="http://schemas.microsoft.com/office/drawing/2014/main" id="{F8C5C2CC-630E-4645-848D-C1A1C350B149}"/>
                </a:ext>
              </a:extLst>
            </p:cNvPr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20">
              <a:extLst>
                <a:ext uri="{FF2B5EF4-FFF2-40B4-BE49-F238E27FC236}">
                  <a16:creationId xmlns:a16="http://schemas.microsoft.com/office/drawing/2014/main" id="{113B6940-C950-6344-8AFE-FE9968F51AF8}"/>
                </a:ext>
              </a:extLst>
            </p:cNvPr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2" descr="C:\Users\jallison\AppData\Local\Temp\VMwareDnD\a0679ae3\DS_logo_portrait_format_4color_rgb_120206.png">
            <a:extLst>
              <a:ext uri="{FF2B5EF4-FFF2-40B4-BE49-F238E27FC236}">
                <a16:creationId xmlns:a16="http://schemas.microsoft.com/office/drawing/2014/main" id="{C5C03910-9211-EA43-AC0E-F8B963CFC8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8400" y="151200"/>
            <a:ext cx="10465200" cy="457200"/>
          </a:xfrm>
          <a:prstGeom prst="rect">
            <a:avLst/>
          </a:prstGeom>
        </p:spPr>
        <p:txBody>
          <a:bodyPr anchor="t" anchorCtr="0"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524000"/>
            <a:ext cx="10871200" cy="4724400"/>
          </a:xfrm>
        </p:spPr>
        <p:txBody>
          <a:bodyPr/>
          <a:lstStyle>
            <a:lvl1pPr marL="0" indent="0">
              <a:buFontTx/>
              <a:buNone/>
              <a:defRPr sz="2800">
                <a:latin typeface="Arial" pitchFamily="34" charset="0"/>
                <a:cs typeface="Arial" pitchFamily="34" charset="0"/>
              </a:defRPr>
            </a:lvl1pPr>
            <a:lvl2pPr marL="688975" indent="-231775">
              <a:buClr>
                <a:srgbClr val="00B0F0"/>
              </a:buClr>
              <a:buFont typeface="Arial" pitchFamily="34" charset="0"/>
              <a:buChar char="•"/>
              <a:defRPr sz="2400">
                <a:latin typeface="Arial" pitchFamily="34" charset="0"/>
                <a:cs typeface="Arial" pitchFamily="34" charset="0"/>
              </a:defRPr>
            </a:lvl2pPr>
            <a:lvl3pPr marL="1027113" indent="-225425">
              <a:buClr>
                <a:srgbClr val="00B0F0"/>
              </a:buClr>
              <a:buFont typeface="Arial" pitchFamily="34" charset="0"/>
              <a:buChar char="•"/>
              <a:defRPr sz="2200">
                <a:latin typeface="Arial" pitchFamily="34" charset="0"/>
                <a:cs typeface="Arial" pitchFamily="34" charset="0"/>
              </a:defRPr>
            </a:lvl3pPr>
            <a:lvl4pPr marL="1377950" indent="-238125">
              <a:buClr>
                <a:srgbClr val="00B0F0"/>
              </a:buClr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B0F0"/>
              </a:buClr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 altLang="ja-JP"/>
              <a:t>Click to edit text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with Image, Gray Background">
    <p:bg>
      <p:bgPr>
        <a:solidFill>
          <a:srgbClr val="D9D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B054AAC-21FA-264D-842D-E1B21F4743DD}"/>
              </a:ext>
            </a:extLst>
          </p:cNvPr>
          <p:cNvGrpSpPr/>
          <p:nvPr userDrawn="1"/>
        </p:nvGrpSpPr>
        <p:grpSpPr>
          <a:xfrm>
            <a:off x="0" y="-1"/>
            <a:ext cx="11142133" cy="968722"/>
            <a:chOff x="0" y="-1"/>
            <a:chExt cx="8356600" cy="968722"/>
          </a:xfrm>
        </p:grpSpPr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154D0D0F-2306-C640-ABE4-185D2330E651}"/>
                </a:ext>
              </a:extLst>
            </p:cNvPr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rgbClr val="D9D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0989802D-7236-6E4E-A70F-E344F91F0132}"/>
                </a:ext>
              </a:extLst>
            </p:cNvPr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20">
              <a:extLst>
                <a:ext uri="{FF2B5EF4-FFF2-40B4-BE49-F238E27FC236}">
                  <a16:creationId xmlns:a16="http://schemas.microsoft.com/office/drawing/2014/main" id="{6A677C37-A1D5-BA4C-B536-B63972FCAC11}"/>
                </a:ext>
              </a:extLst>
            </p:cNvPr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2" descr="C:\Users\jallison\AppData\Local\Temp\VMwareDnD\a0679ae3\DS_logo_portrait_format_4color_rgb_120206.png">
            <a:extLst>
              <a:ext uri="{FF2B5EF4-FFF2-40B4-BE49-F238E27FC236}">
                <a16:creationId xmlns:a16="http://schemas.microsoft.com/office/drawing/2014/main" id="{D9628B93-6419-274B-8979-63E2E4D352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51200"/>
            <a:ext cx="10465200" cy="457200"/>
          </a:xfrm>
          <a:prstGeom prst="rect">
            <a:avLst/>
          </a:prstGeom>
        </p:spPr>
        <p:txBody>
          <a:bodyPr anchor="t" anchorCtr="0"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r>
              <a:rPr lang="en-US" altLang="ja-JP"/>
              <a:t>Click to edit title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9" name="Content Placeholder 17"/>
          <p:cNvSpPr>
            <a:spLocks noGrp="1"/>
          </p:cNvSpPr>
          <p:nvPr>
            <p:ph sz="quarter" idx="16" hasCustomPrompt="1"/>
          </p:nvPr>
        </p:nvSpPr>
        <p:spPr>
          <a:xfrm>
            <a:off x="603444" y="1527049"/>
            <a:ext cx="5307829" cy="475672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ja-JP"/>
              <a:t>Click to edit an Object</a:t>
            </a:r>
          </a:p>
        </p:txBody>
      </p:sp>
      <p:sp>
        <p:nvSpPr>
          <p:cNvPr id="14" name="Content Placeholder 19">
            <a:extLst>
              <a:ext uri="{FF2B5EF4-FFF2-40B4-BE49-F238E27FC236}">
                <a16:creationId xmlns:a16="http://schemas.microsoft.com/office/drawing/2014/main" id="{1B22C871-65DF-484B-8084-A66DE301B45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1438" y="1527048"/>
            <a:ext cx="5308599" cy="47474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ja-JP"/>
              <a:t>Click to edit text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2">
            <a:extLst>
              <a:ext uri="{FF2B5EF4-FFF2-40B4-BE49-F238E27FC236}">
                <a16:creationId xmlns:a16="http://schemas.microsoft.com/office/drawing/2014/main" id="{325F0697-8240-3E40-8075-1CF210A997DA}"/>
              </a:ext>
            </a:extLst>
          </p:cNvPr>
          <p:cNvGrpSpPr/>
          <p:nvPr userDrawn="1"/>
        </p:nvGrpSpPr>
        <p:grpSpPr>
          <a:xfrm>
            <a:off x="0" y="-1"/>
            <a:ext cx="11142133" cy="968722"/>
            <a:chOff x="0" y="-1"/>
            <a:chExt cx="8356600" cy="968722"/>
          </a:xfrm>
        </p:grpSpPr>
        <p:sp>
          <p:nvSpPr>
            <p:cNvPr id="12" name="Rectangle 18">
              <a:extLst>
                <a:ext uri="{FF2B5EF4-FFF2-40B4-BE49-F238E27FC236}">
                  <a16:creationId xmlns:a16="http://schemas.microsoft.com/office/drawing/2014/main" id="{C98067A4-0EC3-CF49-B492-026C4E2D9492}"/>
                </a:ext>
              </a:extLst>
            </p:cNvPr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rgbClr val="D9D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9">
              <a:extLst>
                <a:ext uri="{FF2B5EF4-FFF2-40B4-BE49-F238E27FC236}">
                  <a16:creationId xmlns:a16="http://schemas.microsoft.com/office/drawing/2014/main" id="{A1954227-238D-4147-AAAB-1E8EF5CD3E5F}"/>
                </a:ext>
              </a:extLst>
            </p:cNvPr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20">
              <a:extLst>
                <a:ext uri="{FF2B5EF4-FFF2-40B4-BE49-F238E27FC236}">
                  <a16:creationId xmlns:a16="http://schemas.microsoft.com/office/drawing/2014/main" id="{9441EEBC-7252-BE45-9794-217CE9D2316E}"/>
                </a:ext>
              </a:extLst>
            </p:cNvPr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2" descr="C:\Users\jallison\AppData\Local\Temp\VMwareDnD\a0679ae3\DS_logo_portrait_format_4color_rgb_120206.png">
            <a:extLst>
              <a:ext uri="{FF2B5EF4-FFF2-40B4-BE49-F238E27FC236}">
                <a16:creationId xmlns:a16="http://schemas.microsoft.com/office/drawing/2014/main" id="{5949D0D9-5EF0-3042-888E-DF21F2802C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51200"/>
            <a:ext cx="10465200" cy="4572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527048"/>
            <a:ext cx="10972800" cy="452628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with Image, 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2">
            <a:extLst>
              <a:ext uri="{FF2B5EF4-FFF2-40B4-BE49-F238E27FC236}">
                <a16:creationId xmlns:a16="http://schemas.microsoft.com/office/drawing/2014/main" id="{AF21F0BF-9DEB-9A43-B20C-F352ED513AEC}"/>
              </a:ext>
            </a:extLst>
          </p:cNvPr>
          <p:cNvGrpSpPr/>
          <p:nvPr userDrawn="1"/>
        </p:nvGrpSpPr>
        <p:grpSpPr>
          <a:xfrm>
            <a:off x="0" y="-1"/>
            <a:ext cx="11142133" cy="968722"/>
            <a:chOff x="0" y="-1"/>
            <a:chExt cx="8356600" cy="968722"/>
          </a:xfrm>
        </p:grpSpPr>
        <p:sp>
          <p:nvSpPr>
            <p:cNvPr id="11" name="Rectangle 18">
              <a:extLst>
                <a:ext uri="{FF2B5EF4-FFF2-40B4-BE49-F238E27FC236}">
                  <a16:creationId xmlns:a16="http://schemas.microsoft.com/office/drawing/2014/main" id="{B05C900F-0690-4B4C-A123-D5EECF516E63}"/>
                </a:ext>
              </a:extLst>
            </p:cNvPr>
            <p:cNvSpPr/>
            <p:nvPr userDrawn="1"/>
          </p:nvSpPr>
          <p:spPr>
            <a:xfrm>
              <a:off x="0" y="0"/>
              <a:ext cx="8356600" cy="968721"/>
            </a:xfrm>
            <a:prstGeom prst="rect">
              <a:avLst/>
            </a:prstGeom>
            <a:solidFill>
              <a:srgbClr val="D9D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9">
              <a:extLst>
                <a:ext uri="{FF2B5EF4-FFF2-40B4-BE49-F238E27FC236}">
                  <a16:creationId xmlns:a16="http://schemas.microsoft.com/office/drawing/2014/main" id="{D7790612-BC43-1A46-8979-3315AB77ECFA}"/>
                </a:ext>
              </a:extLst>
            </p:cNvPr>
            <p:cNvSpPr/>
            <p:nvPr userDrawn="1"/>
          </p:nvSpPr>
          <p:spPr>
            <a:xfrm>
              <a:off x="0" y="-1"/>
              <a:ext cx="648970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20">
              <a:extLst>
                <a:ext uri="{FF2B5EF4-FFF2-40B4-BE49-F238E27FC236}">
                  <a16:creationId xmlns:a16="http://schemas.microsoft.com/office/drawing/2014/main" id="{6B0F2557-07C7-C147-A455-F655FF852239}"/>
                </a:ext>
              </a:extLst>
            </p:cNvPr>
            <p:cNvSpPr/>
            <p:nvPr userDrawn="1"/>
          </p:nvSpPr>
          <p:spPr>
            <a:xfrm>
              <a:off x="6491224" y="877281"/>
              <a:ext cx="1865376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2" descr="C:\Users\jallison\AppData\Local\Temp\VMwareDnD\a0679ae3\DS_logo_portrait_format_4color_rgb_120206.png">
            <a:extLst>
              <a:ext uri="{FF2B5EF4-FFF2-40B4-BE49-F238E27FC236}">
                <a16:creationId xmlns:a16="http://schemas.microsoft.com/office/drawing/2014/main" id="{0E16E404-3685-EF4A-B365-EE38EFD99A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1261115" y="1"/>
            <a:ext cx="789747" cy="777277"/>
          </a:xfrm>
          <a:prstGeom prst="rect">
            <a:avLst/>
          </a:prstGeom>
          <a:noFill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181344" y="1527048"/>
            <a:ext cx="5303520" cy="452628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609600" y="1527048"/>
            <a:ext cx="5303520" cy="4525673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Tx/>
              <a:buFontTx/>
              <a:buNone/>
              <a:tabLst/>
              <a:defRPr/>
            </a:pPr>
            <a:r>
              <a:rPr lang="en-US" altLang="ja-JP"/>
              <a:t>Click to edit an Object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C7C4DA-CB4B-AE42-87EA-F14C74AAD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3" y="151200"/>
            <a:ext cx="10465200" cy="4572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/>
          <p:cNvSpPr>
            <a:spLocks noGrp="1"/>
          </p:cNvSpPr>
          <p:nvPr>
            <p:ph type="sldNum" sz="quarter" idx="4"/>
          </p:nvPr>
        </p:nvSpPr>
        <p:spPr>
          <a:xfrm>
            <a:off x="8737600" y="6550304"/>
            <a:ext cx="2844800" cy="17117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4393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609600" y="6467484"/>
            <a:ext cx="57912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13B71-4787-4BCA-8A14-E1BEBE652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1"/>
            <a:ext cx="10483851" cy="457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17" r:id="rId2"/>
    <p:sldLayoutId id="2147483701" r:id="rId3"/>
    <p:sldLayoutId id="2147483716" r:id="rId4"/>
    <p:sldLayoutId id="2147483718" r:id="rId5"/>
    <p:sldLayoutId id="2147483719" r:id="rId6"/>
    <p:sldLayoutId id="2147483736" r:id="rId7"/>
    <p:sldLayoutId id="2147483737" r:id="rId8"/>
    <p:sldLayoutId id="2147483738" r:id="rId9"/>
    <p:sldLayoutId id="2147483704" r:id="rId10"/>
    <p:sldLayoutId id="2147483720" r:id="rId11"/>
    <p:sldLayoutId id="2147483706" r:id="rId12"/>
    <p:sldLayoutId id="2147483721" r:id="rId13"/>
    <p:sldLayoutId id="2147483708" r:id="rId14"/>
    <p:sldLayoutId id="2147483722" r:id="rId15"/>
    <p:sldLayoutId id="2147483710" r:id="rId16"/>
    <p:sldLayoutId id="2147483723" r:id="rId17"/>
    <p:sldLayoutId id="2147483712" r:id="rId18"/>
    <p:sldLayoutId id="2147483724" r:id="rId19"/>
    <p:sldLayoutId id="2147483725" r:id="rId20"/>
    <p:sldLayoutId id="2147483726" r:id="rId21"/>
    <p:sldLayoutId id="2147483714" r:id="rId22"/>
    <p:sldLayoutId id="2147483728" r:id="rId23"/>
    <p:sldLayoutId id="2147483729" r:id="rId24"/>
    <p:sldLayoutId id="2147483730" r:id="rId25"/>
    <p:sldLayoutId id="2147483731" r:id="rId26"/>
    <p:sldLayoutId id="2147483732" r:id="rId27"/>
  </p:sldLayoutIdLst>
  <p:transition>
    <p:fade/>
  </p:transition>
  <p:hf hdr="0" dt="0"/>
  <p:txStyles>
    <p:titleStyle>
      <a:lvl1pPr marL="0" marR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tabLst/>
        <a:defRPr kumimoji="1"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Clr>
          <a:srgbClr val="00B0F0"/>
        </a:buClr>
        <a:buFontTx/>
        <a:buNone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38125" algn="l" rtl="0" eaLnBrk="1" fontAlgn="base" hangingPunct="1">
        <a:spcBef>
          <a:spcPct val="20000"/>
        </a:spcBef>
        <a:spcAft>
          <a:spcPct val="0"/>
        </a:spcAft>
        <a:buClr>
          <a:srgbClr val="00B0F0"/>
        </a:buClr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7113" indent="-225425" algn="l" rtl="0" eaLnBrk="1" fontAlgn="base" hangingPunct="1">
        <a:spcBef>
          <a:spcPct val="20000"/>
        </a:spcBef>
        <a:spcAft>
          <a:spcPct val="0"/>
        </a:spcAft>
        <a:buClr>
          <a:srgbClr val="00B0F0"/>
        </a:buClr>
        <a:buFont typeface="Arial" pitchFamily="34" charset="0"/>
        <a:buChar char="•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90663" indent="-238125" algn="l" rtl="0" eaLnBrk="1" fontAlgn="base" hangingPunct="1">
        <a:spcBef>
          <a:spcPct val="20000"/>
        </a:spcBef>
        <a:spcAft>
          <a:spcPct val="0"/>
        </a:spcAft>
        <a:buClr>
          <a:srgbClr val="00B0F0"/>
        </a:buClr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B0F0"/>
        </a:buClr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D4F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/>
          <p:cNvSpPr>
            <a:spLocks noGrp="1"/>
          </p:cNvSpPr>
          <p:nvPr>
            <p:ph type="sldNum" sz="quarter" idx="4"/>
          </p:nvPr>
        </p:nvSpPr>
        <p:spPr>
          <a:xfrm>
            <a:off x="8737600" y="6550304"/>
            <a:ext cx="2844800" cy="17117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CFA9C6AD-F5D9-4909-94C3-E6A9EFC35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3" y="228600"/>
            <a:ext cx="104838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27049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609600" y="6467484"/>
            <a:ext cx="57912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Presentation Name | 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</p:sldLayoutIdLst>
  <p:transition>
    <p:fade/>
  </p:transition>
  <p:hf hdr="0" dt="0"/>
  <p:txStyles>
    <p:titleStyle>
      <a:lvl1pPr marL="0" marR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tabLst/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Tx/>
        <a:buNone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576263" indent="-23812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027113" indent="-22542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Arial" pitchFamily="34" charset="0"/>
        <a:buChar char="•"/>
        <a:defRPr sz="2200" kern="1200">
          <a:solidFill>
            <a:schemeClr val="bg1"/>
          </a:solidFill>
          <a:latin typeface="+mn-lt"/>
          <a:ea typeface="+mn-ea"/>
          <a:cs typeface="+mn-cs"/>
        </a:defRPr>
      </a:lvl3pPr>
      <a:lvl4pPr marL="1490663" indent="-23812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F59974-513C-A0D7-737F-2D787D253FD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AEAB19-356F-3043-E2B2-5AE112CA8E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46EBBE3-229E-D1FF-B1D0-10AAA8D88F94}"/>
              </a:ext>
            </a:extLst>
          </p:cNvPr>
          <p:cNvSpPr txBox="1">
            <a:spLocks/>
          </p:cNvSpPr>
          <p:nvPr/>
        </p:nvSpPr>
        <p:spPr>
          <a:xfrm>
            <a:off x="401781" y="756458"/>
            <a:ext cx="11388437" cy="53367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4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b="1" dirty="0"/>
              <a:t>Simulation Study on Performance of </a:t>
            </a:r>
            <a:r>
              <a:rPr lang="en-US" b="1" dirty="0">
                <a:highlight>
                  <a:srgbClr val="FFFF00"/>
                </a:highlight>
              </a:rPr>
              <a:t>Bayesian Dynamic Borrowing</a:t>
            </a:r>
            <a:r>
              <a:rPr lang="en-US" b="1" dirty="0"/>
              <a:t> on DSI Gastric Cancer Clinical Data.</a:t>
            </a:r>
          </a:p>
          <a:p>
            <a:endParaRPr lang="en-US" b="1" dirty="0"/>
          </a:p>
          <a:p>
            <a:r>
              <a:rPr lang="en-US" sz="2800" u="sng" dirty="0"/>
              <a:t>Intern</a:t>
            </a:r>
            <a:r>
              <a:rPr lang="en-US" sz="2800" dirty="0"/>
              <a:t>: Ravi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000" dirty="0"/>
              <a:t>Project inspired by a 2023 paper: “Bayesian Dynamic Borrowing Of Historical Information With Applications To The Analysis Of Large-Scale Assessments”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237780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D005AD-65AD-B8FA-6DA8-C323590226D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E1C338-FC4E-76CC-B324-AA0D38348F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28718F-888F-E065-0197-E7B14AB8A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1"/>
            <a:ext cx="10483851" cy="778624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Why</a:t>
            </a:r>
            <a:r>
              <a:rPr lang="en-US"/>
              <a:t> this project?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8E5BD-A94C-7B4B-9897-B7396E8E2898}"/>
              </a:ext>
            </a:extLst>
          </p:cNvPr>
          <p:cNvSpPr txBox="1"/>
          <p:nvPr/>
        </p:nvSpPr>
        <p:spPr>
          <a:xfrm>
            <a:off x="609599" y="2017450"/>
            <a:ext cx="3773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DG-01 Study</a:t>
            </a:r>
          </a:p>
          <a:p>
            <a:r>
              <a:rPr lang="en-US"/>
              <a:t>(Phase-2 randomized trial)</a:t>
            </a:r>
          </a:p>
          <a:p>
            <a:r>
              <a:rPr lang="en-US"/>
              <a:t>- Enrolls 125 patients in T-</a:t>
            </a:r>
            <a:r>
              <a:rPr lang="en-US" err="1"/>
              <a:t>DXd</a:t>
            </a:r>
            <a:r>
              <a:rPr lang="en-US"/>
              <a:t> arm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719B1-0DCA-7512-DC2C-52842171CA53}"/>
              </a:ext>
            </a:extLst>
          </p:cNvPr>
          <p:cNvSpPr txBox="1"/>
          <p:nvPr/>
        </p:nvSpPr>
        <p:spPr>
          <a:xfrm>
            <a:off x="609600" y="3780802"/>
            <a:ext cx="3773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DG-02 Study</a:t>
            </a:r>
          </a:p>
          <a:p>
            <a:r>
              <a:rPr lang="en-US"/>
              <a:t>(Phase-2 single arm trial)</a:t>
            </a:r>
          </a:p>
          <a:p>
            <a:r>
              <a:rPr lang="en-US"/>
              <a:t>- Enrolls 79 patients in T-</a:t>
            </a:r>
            <a:r>
              <a:rPr lang="en-US" err="1"/>
              <a:t>DXd</a:t>
            </a:r>
            <a:r>
              <a:rPr lang="en-US"/>
              <a:t> arm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628ACC-15DE-556C-67CB-649A302519BE}"/>
              </a:ext>
            </a:extLst>
          </p:cNvPr>
          <p:cNvSpPr txBox="1"/>
          <p:nvPr/>
        </p:nvSpPr>
        <p:spPr>
          <a:xfrm>
            <a:off x="6604924" y="2775924"/>
            <a:ext cx="5100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PROSPERITY</a:t>
            </a:r>
          </a:p>
          <a:p>
            <a:r>
              <a:rPr lang="en-US"/>
              <a:t>(Gastric Non-interventional Study)</a:t>
            </a:r>
          </a:p>
          <a:p>
            <a:r>
              <a:rPr lang="en-US"/>
              <a:t>- Plans to enroll 162 patients in T-</a:t>
            </a:r>
            <a:r>
              <a:rPr lang="en-US" err="1"/>
              <a:t>DXd</a:t>
            </a:r>
            <a:r>
              <a:rPr lang="en-US"/>
              <a:t> arm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C2F9FF9-1451-63E1-94AA-6F145103FF16}"/>
              </a:ext>
            </a:extLst>
          </p:cNvPr>
          <p:cNvSpPr/>
          <p:nvPr/>
        </p:nvSpPr>
        <p:spPr>
          <a:xfrm rot="537999">
            <a:off x="4463295" y="2445768"/>
            <a:ext cx="1987056" cy="3422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8FFF4D3-59A5-C1E5-3C4E-4C34943DA7F6}"/>
              </a:ext>
            </a:extLst>
          </p:cNvPr>
          <p:cNvSpPr/>
          <p:nvPr/>
        </p:nvSpPr>
        <p:spPr>
          <a:xfrm rot="20673422">
            <a:off x="4533317" y="3857100"/>
            <a:ext cx="1987056" cy="3422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9842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9004E4-D8D1-8C80-9379-877EE1596BE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2A7B8D-AE40-DAF1-ECC2-C29E65D846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3F663-B706-80BA-4575-AEF961746521}"/>
              </a:ext>
            </a:extLst>
          </p:cNvPr>
          <p:cNvSpPr txBox="1"/>
          <p:nvPr/>
        </p:nvSpPr>
        <p:spPr>
          <a:xfrm>
            <a:off x="800001" y="1431290"/>
            <a:ext cx="10715106" cy="312982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sz="2400" dirty="0"/>
              <a:t>Same compound (T-</a:t>
            </a:r>
            <a:r>
              <a:rPr lang="en-US" sz="2400" dirty="0" err="1"/>
              <a:t>DXd</a:t>
            </a:r>
            <a:r>
              <a:rPr lang="en-US" sz="2400" dirty="0"/>
              <a:t>) and same outcome of interest studied in all 3 studies:</a:t>
            </a:r>
          </a:p>
          <a:p>
            <a:endParaRPr lang="en-US" sz="2400" dirty="0"/>
          </a:p>
          <a:p>
            <a:r>
              <a:rPr lang="en-US" sz="2400" dirty="0"/>
              <a:t>Aim: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Increase effective sample size.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Improve prediction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Reduce estimation bias.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774608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503446-C409-82CD-DF14-5D5CAE4D142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33F1E8-4B6F-4ED8-A5D9-5047A1FC3A5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24900-F3C2-293D-AC8F-6ECE72137B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2800" b="1" dirty="0"/>
              <a:t>Key Question</a:t>
            </a:r>
            <a:r>
              <a:rPr lang="en-US" sz="2800" dirty="0"/>
              <a:t>: To what extent should historical data be used?</a:t>
            </a:r>
            <a:br>
              <a:rPr lang="en-US" sz="2800" dirty="0"/>
            </a:br>
            <a:r>
              <a:rPr lang="en-US" sz="2800" b="1" dirty="0"/>
              <a:t>Answer</a:t>
            </a:r>
            <a:r>
              <a:rPr lang="en-US" sz="2800" dirty="0"/>
              <a:t>: It depends on the similarity between historical and current data.</a:t>
            </a:r>
          </a:p>
          <a:p>
            <a:endParaRPr lang="en-US" sz="2800" dirty="0"/>
          </a:p>
          <a:p>
            <a:r>
              <a:rPr lang="en-US" sz="2800" dirty="0"/>
              <a:t>Using a flexible informed prior distribution for PROSPERITY, based on DG-01 and DG-02 study data, would be a wise attempt.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90559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A11C3D-56EE-8F9A-57A2-379C85E322A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518DC-DD82-C6E0-3589-4A3A9B5440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EF1D370-D7EE-DF60-F7A0-52C1899F6F85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609600" y="989215"/>
                <a:ext cx="10871200" cy="5478269"/>
              </a:xfrm>
            </p:spPr>
            <p:txBody>
              <a:bodyPr/>
              <a:lstStyle/>
              <a:p>
                <a:r>
                  <a:rPr lang="en-US" sz="2000" dirty="0"/>
                  <a:t>Evaluating impact of,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Sample size</a:t>
                </a:r>
              </a:p>
              <a:p>
                <a:r>
                  <a:rPr lang="en-US" sz="2000" dirty="0"/>
                  <a:t>- 100, 162.</a:t>
                </a:r>
              </a:p>
              <a:p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Degree of differences in two populations. </a:t>
                </a:r>
              </a:p>
              <a:p>
                <a:r>
                  <a:rPr lang="en-US" sz="2000" dirty="0"/>
                  <a:t>- 4 conditions ranging from most homogeneous to most heterogeneous.</a:t>
                </a:r>
              </a:p>
              <a:p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Choice of prior</a:t>
                </a:r>
              </a:p>
              <a:p>
                <a:r>
                  <a:rPr lang="en-US" sz="2000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𝑑𝑖𝑎𝑔𝑜𝑛𝑎𝑙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  assuming an exchangeability assumption across 3 studies.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0, 1</m:t>
                          </m:r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0.1, 0.1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r>
                  <a:rPr lang="en-US" sz="2000" b="0" dirty="0"/>
                  <a:t>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𝐼𝐺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r>
                  <a:rPr lang="en-US" sz="2000" i="1" dirty="0">
                    <a:latin typeface="Cambria Math" panose="02040503050406030204" pitchFamily="18" charset="0"/>
                  </a:rPr>
                  <a:t>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(1,0.1)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EF1D370-D7EE-DF60-F7A0-52C1899F6F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609600" y="989215"/>
                <a:ext cx="10871200" cy="5478269"/>
              </a:xfrm>
              <a:blipFill>
                <a:blip r:embed="rId2"/>
                <a:stretch>
                  <a:fillRect l="-561" t="-445" b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506E61FE-56A9-EDEB-6429-BE24B9BB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1"/>
            <a:ext cx="10483851" cy="631370"/>
          </a:xfrm>
        </p:spPr>
        <p:txBody>
          <a:bodyPr/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What</a:t>
            </a:r>
            <a:r>
              <a:rPr lang="en-US"/>
              <a:t> is the research question?</a:t>
            </a:r>
          </a:p>
        </p:txBody>
      </p:sp>
    </p:spTree>
    <p:extLst>
      <p:ext uri="{BB962C8B-B14F-4D97-AF65-F5344CB8AC3E}">
        <p14:creationId xmlns:p14="http://schemas.microsoft.com/office/powerpoint/2010/main" val="417961414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561677-DAB0-1F59-4099-A9C887AAAA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74657-AE20-5774-B8FA-18D31C30DB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2BE7E-C914-301B-CBE5-FBB0F070F3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801189"/>
            <a:ext cx="10871200" cy="5447211"/>
          </a:xfrm>
        </p:spPr>
        <p:txBody>
          <a:bodyPr/>
          <a:lstStyle/>
          <a:p>
            <a:r>
              <a:rPr lang="en-US" sz="2800" dirty="0"/>
              <a:t>on the parameter estimation in terms of following measures (all or some of them):</a:t>
            </a:r>
          </a:p>
          <a:p>
            <a:endParaRPr lang="en-US" sz="2800" dirty="0"/>
          </a:p>
          <a:p>
            <a:pPr marL="514350" indent="-514350">
              <a:buFontTx/>
              <a:buAutoNum type="arabicPeriod"/>
            </a:pPr>
            <a:r>
              <a:rPr lang="en-US" sz="2800" dirty="0"/>
              <a:t>Leave-One-Out Cross-Validation Information Criterion</a:t>
            </a:r>
            <a:r>
              <a:rPr lang="en-US" sz="2800" b="0" i="0" dirty="0">
                <a:effectLst/>
                <a:latin typeface="+mn-lt"/>
              </a:rPr>
              <a:t>.</a:t>
            </a:r>
            <a:endParaRPr lang="en-US" sz="2800" dirty="0"/>
          </a:p>
          <a:p>
            <a:pPr marL="514350" indent="-514350">
              <a:buAutoNum type="arabicPeriod"/>
            </a:pPr>
            <a:r>
              <a:rPr lang="en-US" sz="2800" dirty="0"/>
              <a:t>Total Effective Sample Size.</a:t>
            </a:r>
          </a:p>
          <a:p>
            <a:pPr marL="514350" indent="-514350">
              <a:buAutoNum type="arabicPeriod"/>
            </a:pPr>
            <a:r>
              <a:rPr lang="en-US" sz="2800" dirty="0"/>
              <a:t>Mean Squared Error.</a:t>
            </a:r>
          </a:p>
          <a:p>
            <a:pPr marL="514350" indent="-514350">
              <a:buAutoNum type="arabicPeriod"/>
            </a:pPr>
            <a:r>
              <a:rPr lang="en-US" sz="2800" dirty="0"/>
              <a:t>Percent Bias.</a:t>
            </a:r>
          </a:p>
          <a:p>
            <a:pPr marL="514350" indent="-514350">
              <a:buAutoNum type="arabicPeriod"/>
            </a:pPr>
            <a:r>
              <a:rPr lang="en-US" sz="2800" dirty="0"/>
              <a:t>Width of 95% HPD credible intervals.</a:t>
            </a:r>
          </a:p>
          <a:p>
            <a:pPr marL="514350" indent="-514350">
              <a:buAutoNum type="arabicPeriod"/>
            </a:pPr>
            <a:r>
              <a:rPr lang="en-US" sz="2800" dirty="0">
                <a:latin typeface="+mn-lt"/>
              </a:rPr>
              <a:t>Coverage of 95% HPD credible intervals.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63631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1AA6CE-F130-464C-4607-D1444C65C55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5A39D9-4FB1-EFD5-DC40-9AB1E29ACE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E84310A-0E4E-2284-4B2F-6A965F033D1F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609600" y="955964"/>
                <a:ext cx="10871200" cy="5403272"/>
              </a:xfrm>
            </p:spPr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Simulation of the PROSPERITY Data.</a:t>
                </a:r>
              </a:p>
              <a:p>
                <a:r>
                  <a:rPr lang="en-US" sz="2400" b="0" dirty="0"/>
                  <a:t>    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𝑀𝑉𝑁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/>
                  <a:t>     - Baseline Weibull hazard and Censoring time ~ Exponential(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sz="2400" dirty="0"/>
                  <a:t>).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Single arm (T-</a:t>
                </a:r>
                <a:r>
                  <a:rPr lang="en-US" sz="2400" dirty="0" err="1"/>
                  <a:t>DXd</a:t>
                </a:r>
                <a:r>
                  <a:rPr lang="en-US" sz="2400" dirty="0"/>
                  <a:t>) analysis across 3 studies and regressing the survival outcomes against 6 covariates like </a:t>
                </a:r>
              </a:p>
              <a:p>
                <a:r>
                  <a:rPr lang="en-US" sz="2400" dirty="0"/>
                  <a:t>    - Age,</a:t>
                </a:r>
              </a:p>
              <a:p>
                <a:r>
                  <a:rPr lang="en-US" sz="2400" dirty="0"/>
                  <a:t>    - Gender, </a:t>
                </a:r>
              </a:p>
              <a:p>
                <a:r>
                  <a:rPr lang="en-US" sz="2400" dirty="0"/>
                  <a:t>    - BMI, </a:t>
                </a:r>
              </a:p>
              <a:p>
                <a:r>
                  <a:rPr lang="en-US" sz="2400" dirty="0"/>
                  <a:t>    - Liver metastasis, </a:t>
                </a:r>
              </a:p>
              <a:p>
                <a:r>
                  <a:rPr lang="en-US" sz="2400" dirty="0"/>
                  <a:t>    - Hepatic impairment,</a:t>
                </a:r>
              </a:p>
              <a:p>
                <a:r>
                  <a:rPr lang="en-US" sz="2400" dirty="0"/>
                  <a:t>    - Number of metastatic sites.</a:t>
                </a:r>
              </a:p>
              <a:p>
                <a:endParaRPr lang="en-US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E84310A-0E4E-2284-4B2F-6A965F033D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609600" y="955964"/>
                <a:ext cx="10871200" cy="5403272"/>
              </a:xfrm>
              <a:blipFill>
                <a:blip r:embed="rId2"/>
                <a:stretch>
                  <a:fillRect l="-729" t="-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54521238-F8D0-7037-0E0A-3DDF44F0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0"/>
            <a:ext cx="10483851" cy="712123"/>
          </a:xfrm>
        </p:spPr>
        <p:txBody>
          <a:bodyPr/>
          <a:lstStyle/>
          <a:p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How</a:t>
            </a:r>
            <a:r>
              <a:rPr lang="en-US"/>
              <a:t> are we planning to answer it?</a:t>
            </a:r>
          </a:p>
        </p:txBody>
      </p:sp>
    </p:spTree>
    <p:extLst>
      <p:ext uri="{BB962C8B-B14F-4D97-AF65-F5344CB8AC3E}">
        <p14:creationId xmlns:p14="http://schemas.microsoft.com/office/powerpoint/2010/main" val="296311083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17CE4F-B387-B43A-CAB0-EDB134E909F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8596CD-A74E-A7A0-965E-402B987A55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1DB65DC-E10F-4BCE-A977-6F505DE757FB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609600" y="1166949"/>
                <a:ext cx="10871200" cy="5081451"/>
              </a:xfrm>
            </p:spPr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u="sng" dirty="0"/>
                  <a:t>Endpoint of interest:</a:t>
                </a:r>
                <a:r>
                  <a:rPr lang="en-US" sz="2800" dirty="0"/>
                  <a:t> Time to composite outcome i.e., next systemic treatment/death.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u="sng" dirty="0">
                    <a:latin typeface="+mn-lt"/>
                  </a:rPr>
                  <a:t>Outcome Measure:</a:t>
                </a:r>
                <a:r>
                  <a:rPr lang="en-US" sz="2800" b="0" dirty="0">
                    <a:latin typeface="+mn-lt"/>
                  </a:rPr>
                  <a:t> Median survival time.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b="0" dirty="0">
                  <a:latin typeface="+mn-lt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The results of the simulation will also be compared with the static borrowing methods like</a:t>
                </a:r>
              </a:p>
              <a:p>
                <a:r>
                  <a:rPr lang="en-US" sz="2800" dirty="0"/>
                  <a:t>      - Power prior (static version with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=0,  0.5,  1</m:t>
                    </m:r>
                  </m:oMath>
                </a14:m>
                <a:r>
                  <a:rPr lang="en-US" sz="2800" dirty="0"/>
                  <a:t>).</a:t>
                </a:r>
              </a:p>
              <a:p>
                <a:r>
                  <a:rPr lang="en-US" sz="2800" dirty="0"/>
                  <a:t>      - Complete pooling.</a:t>
                </a:r>
              </a:p>
              <a:p>
                <a:r>
                  <a:rPr lang="en-US" dirty="0"/>
                  <a:t>      - Non-Informative (weak priors).</a:t>
                </a:r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1DB65DC-E10F-4BCE-A977-6F505DE757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609600" y="1166949"/>
                <a:ext cx="10871200" cy="5081451"/>
              </a:xfrm>
              <a:blipFill>
                <a:blip r:embed="rId2"/>
                <a:stretch>
                  <a:fillRect l="-1010" t="-1199" b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45302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EC35FA-92E4-1155-E8C0-07B58640D52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76150-630A-89F5-FBA8-47B4B7E3ADB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6C79D30-2963-631B-9A7F-3E4C6D4A9CC1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:r>
                  <a:rPr lang="en-US" b="0" u="sng" dirty="0"/>
                  <a:t>TESS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𝑃𝑎𝑡𝑖𝑒𝑛𝑡𝑠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𝐴𝑛𝑎𝑙𝑦𝑠𝑖𝑠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𝑃𝑜𝑠𝑡𝑒𝑟𝑖𝑜𝑟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𝑉𝑎𝑟𝑖𝑎𝑛𝑐𝑒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𝑈𝑛𝑑𝑒𝑟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𝐶𝑜𝑚𝑝𝑙𝑒𝑡𝑒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𝑃𝑜𝑜𝑙𝑖𝑛𝑔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𝑃𝑜𝑠𝑡𝑒𝑟𝑖𝑜𝑟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𝑉𝑎𝑟𝑖𝑎𝑛𝑐𝑒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𝑈𝑛𝑑𝑒𝑟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𝐺𝑖𝑣𝑒𝑛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𝑃𝑟𝑖𝑜𝑟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𝑆𝑒𝑡𝑡𝑖𝑛𝑔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u="sng" dirty="0"/>
                  <a:t>LOOIC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Function of estimated ‘Expected Log Point-Wise Predictive Density (ELPD)’ for each observation, one at a </a:t>
                </a:r>
                <a:r>
                  <a:rPr lang="en-US"/>
                  <a:t>time. 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Explain other performance metrics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6C79D30-2963-631B-9A7F-3E4C6D4A9C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>
                <a:blip r:embed="rId2"/>
                <a:stretch>
                  <a:fillRect l="-1122" t="-1290" r="-561" b="-5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7DC72D6C-A542-E8C1-6AE6-C19FD273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1"/>
            <a:ext cx="10483851" cy="744582"/>
          </a:xfrm>
        </p:spPr>
        <p:txBody>
          <a:bodyPr/>
          <a:lstStyle/>
          <a:p>
            <a:r>
              <a:rPr lang="en-US" dirty="0"/>
              <a:t>TESS and LOOIC</a:t>
            </a:r>
          </a:p>
        </p:txBody>
      </p:sp>
    </p:spTree>
    <p:extLst>
      <p:ext uri="{BB962C8B-B14F-4D97-AF65-F5344CB8AC3E}">
        <p14:creationId xmlns:p14="http://schemas.microsoft.com/office/powerpoint/2010/main" val="7631903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A8D1A-26AE-D9CC-8214-CA45FA8F48E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2A3F29-7039-6053-18A8-5254323622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F27C1-7DBA-5252-763E-F6136F9F8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879565"/>
            <a:ext cx="10871200" cy="536883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10,000 iterations in 3 MCMC chains. 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Number of replications per each combination of Sample Size, Prior Setting, Heterogeneity Condition, and Baseline Covariates (including Intercept) is 35.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are interested in the overall performance of the priors; hence effective number of replication is 35*7 = 245.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For performance results, we won’t be focusing on differentiating between priors within each prior/borrowing setting.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AF205A-33E8-5784-5E89-AAB7B4CDA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0"/>
            <a:ext cx="10483851" cy="727165"/>
          </a:xfrm>
        </p:spPr>
        <p:txBody>
          <a:bodyPr/>
          <a:lstStyle/>
          <a:p>
            <a:r>
              <a:rPr lang="en-US" dirty="0"/>
              <a:t>Details about simulation.</a:t>
            </a:r>
          </a:p>
        </p:txBody>
      </p:sp>
    </p:spTree>
    <p:extLst>
      <p:ext uri="{BB962C8B-B14F-4D97-AF65-F5344CB8AC3E}">
        <p14:creationId xmlns:p14="http://schemas.microsoft.com/office/powerpoint/2010/main" val="66201220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92CCA2-9783-F839-110F-9A4CC83EDAC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446B9E-16C3-A6FA-F463-8BA4D00E03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A17C39-37CB-A1B5-30FC-C2FD463DA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0"/>
            <a:ext cx="10483851" cy="788125"/>
          </a:xfrm>
        </p:spPr>
        <p:txBody>
          <a:bodyPr/>
          <a:lstStyle/>
          <a:p>
            <a:r>
              <a:rPr lang="en-US" dirty="0"/>
              <a:t>Why only 35 replications?</a:t>
            </a:r>
          </a:p>
        </p:txBody>
      </p:sp>
      <p:pic>
        <p:nvPicPr>
          <p:cNvPr id="11" name="Picture 10" descr="A graph with a line graph&#10;&#10;Description automatically generated">
            <a:extLst>
              <a:ext uri="{FF2B5EF4-FFF2-40B4-BE49-F238E27FC236}">
                <a16:creationId xmlns:a16="http://schemas.microsoft.com/office/drawing/2014/main" id="{E9E7AF55-C565-70E1-6F97-B24B15C5F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18" y="1159525"/>
            <a:ext cx="9366489" cy="500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5807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B64868-F1F7-4EA6-F054-107117692D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B2E5C1-5186-4711-F062-AE27F7D6F0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pic>
        <p:nvPicPr>
          <p:cNvPr id="17" name="Picture 16" descr="A graph with a line graph&#10;&#10;Description automatically generated">
            <a:extLst>
              <a:ext uri="{FF2B5EF4-FFF2-40B4-BE49-F238E27FC236}">
                <a16:creationId xmlns:a16="http://schemas.microsoft.com/office/drawing/2014/main" id="{3A8EB1D3-584D-9441-FA5D-3485D664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46" y="231611"/>
            <a:ext cx="4418634" cy="2389669"/>
          </a:xfrm>
          <a:prstGeom prst="rect">
            <a:avLst/>
          </a:prstGeom>
        </p:spPr>
      </p:pic>
      <p:pic>
        <p:nvPicPr>
          <p:cNvPr id="19" name="Picture 18" descr="A graph with a line graph&#10;&#10;Description automatically generated">
            <a:extLst>
              <a:ext uri="{FF2B5EF4-FFF2-40B4-BE49-F238E27FC236}">
                <a16:creationId xmlns:a16="http://schemas.microsoft.com/office/drawing/2014/main" id="{0A4E8FF0-9C35-5AB9-30D6-CBE4A9944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449" y="203034"/>
            <a:ext cx="4462806" cy="2418246"/>
          </a:xfrm>
          <a:prstGeom prst="rect">
            <a:avLst/>
          </a:prstGeom>
        </p:spPr>
      </p:pic>
      <p:pic>
        <p:nvPicPr>
          <p:cNvPr id="21" name="Picture 20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3E0C1F00-F852-BB8E-6DA6-C1D3A3772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46" y="3979818"/>
            <a:ext cx="4397084" cy="2389669"/>
          </a:xfrm>
          <a:prstGeom prst="rect">
            <a:avLst/>
          </a:prstGeom>
        </p:spPr>
      </p:pic>
      <p:pic>
        <p:nvPicPr>
          <p:cNvPr id="23" name="Picture 22" descr="A graph with a line graph&#10;&#10;Description automatically generated">
            <a:extLst>
              <a:ext uri="{FF2B5EF4-FFF2-40B4-BE49-F238E27FC236}">
                <a16:creationId xmlns:a16="http://schemas.microsoft.com/office/drawing/2014/main" id="{E1338C2D-A4D9-7FAE-B63D-196DA152C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2480" y="4212446"/>
            <a:ext cx="4397084" cy="2391562"/>
          </a:xfrm>
          <a:prstGeom prst="rect">
            <a:avLst/>
          </a:prstGeom>
        </p:spPr>
      </p:pic>
      <p:pic>
        <p:nvPicPr>
          <p:cNvPr id="25" name="Picture 24" descr="A graph with a line graph&#10;&#10;Description automatically generated">
            <a:extLst>
              <a:ext uri="{FF2B5EF4-FFF2-40B4-BE49-F238E27FC236}">
                <a16:creationId xmlns:a16="http://schemas.microsoft.com/office/drawing/2014/main" id="{C23924A0-E169-239A-4AFF-9F3E63D0E0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9940" y="2530222"/>
            <a:ext cx="3837335" cy="205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4887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954D2E-7D77-75DC-44FB-CA4CFA71BEB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5FFDBD-AAF2-6E49-434B-B71F1C3341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F1E4105-2049-136C-EC52-7BD99E0DA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1"/>
            <a:ext cx="10483851" cy="753290"/>
          </a:xfrm>
        </p:spPr>
        <p:txBody>
          <a:bodyPr/>
          <a:lstStyle/>
          <a:p>
            <a:r>
              <a:rPr lang="en-US" dirty="0"/>
              <a:t>Results - LOOIC</a:t>
            </a:r>
          </a:p>
        </p:txBody>
      </p:sp>
      <p:pic>
        <p:nvPicPr>
          <p:cNvPr id="7" name="Picture 6" descr="A graph of different sizes and colors&#10;&#10;Description automatically generated with medium confidence">
            <a:extLst>
              <a:ext uri="{FF2B5EF4-FFF2-40B4-BE49-F238E27FC236}">
                <a16:creationId xmlns:a16="http://schemas.microsoft.com/office/drawing/2014/main" id="{744D4B2B-1C97-3DF9-B40E-8433B0781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10" y="1037701"/>
            <a:ext cx="9924355" cy="529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70875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811D2-185F-684F-3F35-6BF899198D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34B8D-2658-00C8-DC24-0BAE20B1A9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AE3BEC-BC45-5973-01F7-3EE11FD4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0"/>
            <a:ext cx="10483851" cy="727165"/>
          </a:xfrm>
        </p:spPr>
        <p:txBody>
          <a:bodyPr/>
          <a:lstStyle/>
          <a:p>
            <a:r>
              <a:rPr lang="en-US" dirty="0"/>
              <a:t>TESS</a:t>
            </a:r>
          </a:p>
        </p:txBody>
      </p:sp>
      <p:pic>
        <p:nvPicPr>
          <p:cNvPr id="7" name="Picture 6" descr="A graph of a number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274893B1-552A-700F-61F1-BB884E3D0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263" y="967160"/>
            <a:ext cx="9848191" cy="526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275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811D2-185F-684F-3F35-6BF899198D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34B8D-2658-00C8-DC24-0BAE20B1A9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AE3BEC-BC45-5973-01F7-3EE11FD4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0"/>
            <a:ext cx="10483851" cy="727165"/>
          </a:xfrm>
        </p:spPr>
        <p:txBody>
          <a:bodyPr/>
          <a:lstStyle/>
          <a:p>
            <a:r>
              <a:rPr lang="en-US" dirty="0"/>
              <a:t>Logarithm of MSE</a:t>
            </a:r>
          </a:p>
        </p:txBody>
      </p:sp>
      <p:pic>
        <p:nvPicPr>
          <p:cNvPr id="6" name="Picture 5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E492D42C-3AFC-5ADA-DEEE-B86F0A3F9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60" y="1022995"/>
            <a:ext cx="9103535" cy="481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0213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811D2-185F-684F-3F35-6BF899198D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34B8D-2658-00C8-DC24-0BAE20B1A9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AE3BEC-BC45-5973-01F7-3EE11FD4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0"/>
            <a:ext cx="10483851" cy="727165"/>
          </a:xfrm>
        </p:spPr>
        <p:txBody>
          <a:bodyPr/>
          <a:lstStyle/>
          <a:p>
            <a:r>
              <a:rPr lang="en-US" dirty="0"/>
              <a:t>Percentage Bias</a:t>
            </a:r>
          </a:p>
        </p:txBody>
      </p:sp>
      <p:pic>
        <p:nvPicPr>
          <p:cNvPr id="6" name="Picture 5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63E4094D-EC7B-C5EB-1E1E-906E912B2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74" y="879565"/>
            <a:ext cx="10028651" cy="538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0159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811D2-185F-684F-3F35-6BF899198D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34B8D-2658-00C8-DC24-0BAE20B1A9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AE3BEC-BC45-5973-01F7-3EE11FD4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0"/>
            <a:ext cx="10483851" cy="727165"/>
          </a:xfrm>
        </p:spPr>
        <p:txBody>
          <a:bodyPr/>
          <a:lstStyle/>
          <a:p>
            <a:r>
              <a:rPr lang="en-US" dirty="0"/>
              <a:t>Width of 95% HPD CI</a:t>
            </a:r>
          </a:p>
        </p:txBody>
      </p:sp>
      <p:pic>
        <p:nvPicPr>
          <p:cNvPr id="6" name="Picture 5" descr="A graph of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D0DE49DF-7BC4-C9BC-63E5-ED477B07F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878" y="879565"/>
            <a:ext cx="10063844" cy="544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67588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811D2-185F-684F-3F35-6BF899198D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34B8D-2658-00C8-DC24-0BAE20B1A9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AE3BEC-BC45-5973-01F7-3EE11FD4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152400"/>
            <a:ext cx="10483851" cy="727165"/>
          </a:xfrm>
        </p:spPr>
        <p:txBody>
          <a:bodyPr/>
          <a:lstStyle/>
          <a:p>
            <a:r>
              <a:rPr lang="en-US" dirty="0"/>
              <a:t>Coverage of 95% HPD CI</a:t>
            </a:r>
          </a:p>
        </p:txBody>
      </p:sp>
      <p:pic>
        <p:nvPicPr>
          <p:cNvPr id="6" name="Picture 5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2009F7FE-E6DA-AD67-5CB6-AEFEDA137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48" y="874513"/>
            <a:ext cx="10649303" cy="567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8389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E0C832-CED3-ABDF-F283-2D8DFAE05FC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04410-7694-F212-DB7C-BDCACBB7B50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268B9-5BF9-70F1-4840-7DC4B12C61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957943"/>
            <a:ext cx="10871200" cy="529045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BDB performs </a:t>
            </a:r>
            <a:r>
              <a:rPr lang="en-US" dirty="0">
                <a:solidFill>
                  <a:srgbClr val="FF0000"/>
                </a:solidFill>
              </a:rPr>
              <a:t>worst</a:t>
            </a:r>
            <a:r>
              <a:rPr lang="en-US" dirty="0"/>
              <a:t> in terms of LOOIC across borrowing methods.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BDB maintained </a:t>
            </a:r>
            <a:r>
              <a:rPr lang="en-US" dirty="0">
                <a:solidFill>
                  <a:schemeClr val="accent3"/>
                </a:solidFill>
              </a:rPr>
              <a:t>higher TESS </a:t>
            </a:r>
            <a:r>
              <a:rPr lang="en-US" dirty="0"/>
              <a:t>even in case of smaller sample size.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BDB achieves </a:t>
            </a:r>
            <a:r>
              <a:rPr lang="en-US" dirty="0">
                <a:solidFill>
                  <a:schemeClr val="accent3"/>
                </a:solidFill>
              </a:rPr>
              <a:t>lowest MSE </a:t>
            </a:r>
            <a:r>
              <a:rPr lang="en-US" dirty="0"/>
              <a:t>among other borrowing methods.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BDB achieves </a:t>
            </a:r>
            <a:r>
              <a:rPr lang="en-US" dirty="0">
                <a:solidFill>
                  <a:schemeClr val="accent3"/>
                </a:solidFill>
              </a:rPr>
              <a:t>smaller width for credible intervals</a:t>
            </a:r>
            <a:r>
              <a:rPr lang="en-US" dirty="0"/>
              <a:t> among all priors only next to complete pooling.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BDB </a:t>
            </a:r>
            <a:r>
              <a:rPr lang="en-US" dirty="0">
                <a:solidFill>
                  <a:srgbClr val="00B050"/>
                </a:solidFill>
              </a:rPr>
              <a:t>performs best</a:t>
            </a:r>
            <a:r>
              <a:rPr lang="en-US" dirty="0"/>
              <a:t> in terms of coverage of credible interval. Better than complete pooling which has narrowest width.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Overall, BDB </a:t>
            </a:r>
            <a:r>
              <a:rPr lang="en-US" dirty="0">
                <a:solidFill>
                  <a:srgbClr val="00B050"/>
                </a:solidFill>
              </a:rPr>
              <a:t>performed best </a:t>
            </a:r>
            <a:r>
              <a:rPr lang="en-US" dirty="0"/>
              <a:t>in terms of Width-Coverage tradeoff.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F5D53F0-B0E5-23C9-A8D1-4DD42788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36241603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134613-B6BE-84F8-92CE-E914EB7B312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EDAA95-397C-06CB-49A2-DED08973DB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E332B-F8F5-B8A5-A73D-5BC2E72EF4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036320"/>
            <a:ext cx="10871200" cy="52120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Include the standard errors of performance metric values in discussion, to achieve quantification of the uncertainty in our results. 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Include more heterogeneity levels, sample sizes, priors in simulation.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Studying absolute percentage bias instead of percentage bias.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Include more prognostic covariates that drives the similarities and dissimilarities among the clinical trails.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4EC7B2-C884-161D-AAC0-FE7898B9C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and Improvements</a:t>
            </a:r>
          </a:p>
        </p:txBody>
      </p:sp>
    </p:spTree>
    <p:extLst>
      <p:ext uri="{BB962C8B-B14F-4D97-AF65-F5344CB8AC3E}">
        <p14:creationId xmlns:p14="http://schemas.microsoft.com/office/powerpoint/2010/main" val="395960171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693AEB-D9C4-024A-8504-CF19D16748F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FA9C6AD-F5D9-4909-94C3-E6A9EFC35C84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988AB9-7032-AF45-A086-DA22F8E9A20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Presentation Name | CONFIDENTIAL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22AD122-2497-1240-9089-4A430A9342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65617" y="3156065"/>
            <a:ext cx="3829150" cy="545869"/>
          </a:xfrm>
        </p:spPr>
        <p:txBody>
          <a:bodyPr/>
          <a:lstStyle/>
          <a:p>
            <a:r>
              <a:rPr kumimoji="1" lang="en-US" altLang="ja-JP" sz="4000"/>
              <a:t>Any Questions?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9ECC20A1-85EA-BEEA-C81B-DFD58F0913A9}"/>
              </a:ext>
            </a:extLst>
          </p:cNvPr>
          <p:cNvSpPr txBox="1">
            <a:spLocks/>
          </p:cNvSpPr>
          <p:nvPr/>
        </p:nvSpPr>
        <p:spPr bwMode="auto">
          <a:xfrm>
            <a:off x="4833258" y="2228602"/>
            <a:ext cx="2786744" cy="545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  <a:buFontTx/>
              <a:buNone/>
              <a:defRPr kumimoji="1" sz="2800" kern="1200">
                <a:solidFill>
                  <a:schemeClr val="accent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88975" indent="-2317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itchFamily="34" charset="0"/>
              <a:buChar char="•"/>
              <a:defRPr kumimoji="1" sz="2400" kern="1200">
                <a:solidFill>
                  <a:schemeClr val="accent2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027113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itchFamily="34" charset="0"/>
              <a:buChar char="•"/>
              <a:defRPr kumimoji="1" sz="2200" kern="1200">
                <a:solidFill>
                  <a:schemeClr val="accent2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7950" indent="-2381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itchFamily="34" charset="0"/>
              <a:buChar char="•"/>
              <a:defRPr kumimoji="1" sz="2000" kern="1200">
                <a:solidFill>
                  <a:schemeClr val="accent2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itchFamily="34" charset="0"/>
              <a:buChar char="•"/>
              <a:defRPr kumimoji="1"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40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7371874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SK_PPT_TemplateDesign_EN_Prem_120509_jal">
  <a:themeElements>
    <a:clrScheme name="Daiichi Sankyo Update">
      <a:dk1>
        <a:srgbClr val="000000"/>
      </a:dk1>
      <a:lt1>
        <a:srgbClr val="FFFFFF"/>
      </a:lt1>
      <a:dk2>
        <a:srgbClr val="D9D9D6"/>
      </a:dk2>
      <a:lt2>
        <a:srgbClr val="FFE900"/>
      </a:lt2>
      <a:accent1>
        <a:srgbClr val="005BAA"/>
      </a:accent1>
      <a:accent2>
        <a:srgbClr val="00B4ED"/>
      </a:accent2>
      <a:accent3>
        <a:srgbClr val="00A656"/>
      </a:accent3>
      <a:accent4>
        <a:srgbClr val="8ABA17"/>
      </a:accent4>
      <a:accent5>
        <a:srgbClr val="FFE900"/>
      </a:accent5>
      <a:accent6>
        <a:srgbClr val="D9D9D6"/>
      </a:accent6>
      <a:hlink>
        <a:srgbClr val="00B4ED"/>
      </a:hlink>
      <a:folHlink>
        <a:srgbClr val="89BA17"/>
      </a:folHlink>
    </a:clrScheme>
    <a:fontScheme name="Daiichi Sanky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0" tIns="0" rIns="0" bIns="0" rtlCol="0" anchor="t" anchorCtr="0">
        <a:norm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 pitchFamily="34" charset="0"/>
            <a:ea typeface="+mj-ea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_DS English_16x9.potx" id="{FC192A70-CF5C-4A1E-B6E4-3D90ABB8665A}" vid="{5CD1989F-0A87-49A5-B464-AA6A9B732D22}"/>
    </a:ext>
  </a:extLst>
</a:theme>
</file>

<file path=ppt/theme/theme2.xml><?xml version="1.0" encoding="utf-8"?>
<a:theme xmlns:a="http://schemas.openxmlformats.org/drawingml/2006/main" name="1_DSK_PPT_TemplateDesign_EN_Prem_120509_jal">
  <a:themeElements>
    <a:clrScheme name="Daiichi Sankyo Update">
      <a:dk1>
        <a:srgbClr val="000000"/>
      </a:dk1>
      <a:lt1>
        <a:srgbClr val="FFFFFF"/>
      </a:lt1>
      <a:dk2>
        <a:srgbClr val="D9D9D6"/>
      </a:dk2>
      <a:lt2>
        <a:srgbClr val="FFE900"/>
      </a:lt2>
      <a:accent1>
        <a:srgbClr val="005BAA"/>
      </a:accent1>
      <a:accent2>
        <a:srgbClr val="00B4ED"/>
      </a:accent2>
      <a:accent3>
        <a:srgbClr val="00A656"/>
      </a:accent3>
      <a:accent4>
        <a:srgbClr val="8ABA17"/>
      </a:accent4>
      <a:accent5>
        <a:srgbClr val="FFE900"/>
      </a:accent5>
      <a:accent6>
        <a:srgbClr val="D9D9D6"/>
      </a:accent6>
      <a:hlink>
        <a:srgbClr val="00B4ED"/>
      </a:hlink>
      <a:folHlink>
        <a:srgbClr val="89BA17"/>
      </a:folHlink>
    </a:clrScheme>
    <a:fontScheme name="DSK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0" tIns="0" rIns="0" bIns="0" rtlCol="0" anchor="t" anchorCtr="0">
        <a:norm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 pitchFamily="34" charset="0"/>
            <a:ea typeface="+mj-ea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_DS English_16x9.potx" id="{FC192A70-CF5C-4A1E-B6E4-3D90ABB8665A}" vid="{6C9E2583-93F8-466F-830C-54CCDAF08A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2E81FCD48C274784392B46A2D0E1AB" ma:contentTypeVersion="28" ma:contentTypeDescription="Create a new document." ma:contentTypeScope="" ma:versionID="8285979f788176f9a5385dcecf5dec06">
  <xsd:schema xmlns:xsd="http://www.w3.org/2001/XMLSchema" xmlns:xs="http://www.w3.org/2001/XMLSchema" xmlns:p="http://schemas.microsoft.com/office/2006/metadata/properties" xmlns:ns2="c0457e21-a138-496b-98dc-95b3952a20f1" xmlns:ns3="1c12561f-6b44-4313-9af2-27888993fc6b" targetNamespace="http://schemas.microsoft.com/office/2006/metadata/properties" ma:root="true" ma:fieldsID="b96deea9ff5a7163f7528dd29dd43008" ns2:_="" ns3:_="">
    <xsd:import namespace="c0457e21-a138-496b-98dc-95b3952a20f1"/>
    <xsd:import namespace="1c12561f-6b44-4313-9af2-27888993fc6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Status" minOccurs="0"/>
                <xsd:element ref="ns3:completestatus" minOccurs="0"/>
                <xsd:element ref="ns3:_Flow_SignoffStatus" minOccurs="0"/>
                <xsd:element ref="ns3:Submitted" minOccurs="0"/>
                <xsd:element ref="ns3:date" minOccurs="0"/>
                <xsd:element ref="ns3:Note" minOccurs="0"/>
                <xsd:element ref="ns3:MediaServiceLocation" minOccurs="0"/>
                <xsd:element ref="ns3:Folder_x0020_Owner" minOccurs="0"/>
                <xsd:element ref="ns3:MediaServiceSearchProperties" minOccurs="0"/>
                <xsd:element ref="ns3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57e21-a138-496b-98dc-95b3952a20f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12561f-6b44-4313-9af2-27888993fc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2515092-79f2-4ea7-971b-e3ef84301f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Status" ma:index="20" nillable="true" ma:displayName="Speaker" ma:format="Dropdown" ma:internalName="Status">
      <xsd:simpleType>
        <xsd:restriction base="dms:Note">
          <xsd:maxLength value="255"/>
        </xsd:restriction>
      </xsd:simpleType>
    </xsd:element>
    <xsd:element name="completestatus" ma:index="21" nillable="true" ma:displayName="complete status" ma:default="1" ma:format="Dropdown" ma:internalName="completestatus">
      <xsd:simpleType>
        <xsd:restriction base="dms:Boolean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Submitted" ma:index="23" nillable="true" ma:displayName="Submitted" ma:description="submitted date" ma:internalName="Submitted">
      <xsd:simpleType>
        <xsd:restriction base="dms:Text">
          <xsd:maxLength value="255"/>
        </xsd:restriction>
      </xsd:simpleType>
    </xsd:element>
    <xsd:element name="date" ma:index="24" nillable="true" ma:displayName="date" ma:format="DateOnly" ma:internalName="date">
      <xsd:simpleType>
        <xsd:restriction base="dms:DateTime"/>
      </xsd:simpleType>
    </xsd:element>
    <xsd:element name="Note" ma:index="25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Folder_x0020_Owner" ma:index="27" nillable="true" ma:displayName="Folder Owner" ma:internalName="Folder_x0020_Owner">
      <xsd:simpleType>
        <xsd:restriction base="dms:Text">
          <xsd:maxLength value="255"/>
        </xsd:restriction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9" nillable="true" ma:displayName="Notes" ma:description="Poster Topic" ma:format="Dropdown" ma:internalName="Notes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1c12561f-6b44-4313-9af2-27888993fc6b" xsi:nil="true"/>
    <Submitted xmlns="1c12561f-6b44-4313-9af2-27888993fc6b" xsi:nil="true"/>
    <date xmlns="1c12561f-6b44-4313-9af2-27888993fc6b" xsi:nil="true"/>
    <completestatus xmlns="1c12561f-6b44-4313-9af2-27888993fc6b">true</completestatus>
    <_Flow_SignoffStatus xmlns="1c12561f-6b44-4313-9af2-27888993fc6b" xsi:nil="true"/>
    <Note xmlns="1c12561f-6b44-4313-9af2-27888993fc6b" xsi:nil="true"/>
    <lcf76f155ced4ddcb4097134ff3c332f xmlns="1c12561f-6b44-4313-9af2-27888993fc6b">
      <Terms xmlns="http://schemas.microsoft.com/office/infopath/2007/PartnerControls"/>
    </lcf76f155ced4ddcb4097134ff3c332f>
    <Folder_x0020_Owner xmlns="1c12561f-6b44-4313-9af2-27888993fc6b" xsi:nil="true"/>
    <Notes xmlns="1c12561f-6b44-4313-9af2-27888993fc6b" xsi:nil="true"/>
  </documentManagement>
</p:properties>
</file>

<file path=customXml/itemProps1.xml><?xml version="1.0" encoding="utf-8"?>
<ds:datastoreItem xmlns:ds="http://schemas.openxmlformats.org/officeDocument/2006/customXml" ds:itemID="{A52F97BB-056A-4C65-9A38-D4014CEC25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953584-2CFD-4062-B0E4-7F30BC51AB7A}">
  <ds:schemaRefs>
    <ds:schemaRef ds:uri="1c12561f-6b44-4313-9af2-27888993fc6b"/>
    <ds:schemaRef ds:uri="c0457e21-a138-496b-98dc-95b3952a20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EFF0592-DCFC-47B4-8D68-DDB8FF44B18E}">
  <ds:schemaRefs>
    <ds:schemaRef ds:uri="1c12561f-6b44-4313-9af2-27888993fc6b"/>
    <ds:schemaRef ds:uri="c0457e21-a138-496b-98dc-95b3952a20f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16x9_PowerPoint_template_EN</Template>
  <TotalTime>3277</TotalTime>
  <Words>843</Words>
  <Application>Microsoft Office PowerPoint</Application>
  <PresentationFormat>Widescreen</PresentationFormat>
  <Paragraphs>159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DSK_PPT_TemplateDesign_EN_Prem_120509_jal</vt:lpstr>
      <vt:lpstr>1_DSK_PPT_TemplateDesign_EN_Prem_120509_jal</vt:lpstr>
      <vt:lpstr>PowerPoint Presentation</vt:lpstr>
      <vt:lpstr>Why this project?</vt:lpstr>
      <vt:lpstr>PowerPoint Presentation</vt:lpstr>
      <vt:lpstr>PowerPoint Presentation</vt:lpstr>
      <vt:lpstr>What is the research question?</vt:lpstr>
      <vt:lpstr>PowerPoint Presentation</vt:lpstr>
      <vt:lpstr>How are we planning to answer it?</vt:lpstr>
      <vt:lpstr>PowerPoint Presentation</vt:lpstr>
      <vt:lpstr>TESS and LOOIC</vt:lpstr>
      <vt:lpstr>Details about simulation.</vt:lpstr>
      <vt:lpstr>Why only 35 replications?</vt:lpstr>
      <vt:lpstr>PowerPoint Presentation</vt:lpstr>
      <vt:lpstr>Results - LOOIC</vt:lpstr>
      <vt:lpstr>TESS</vt:lpstr>
      <vt:lpstr>Logarithm of MSE</vt:lpstr>
      <vt:lpstr>Percentage Bias</vt:lpstr>
      <vt:lpstr>Width of 95% HPD CI</vt:lpstr>
      <vt:lpstr>Coverage of 95% HPD CI</vt:lpstr>
      <vt:lpstr>Conclusions</vt:lpstr>
      <vt:lpstr>Future Work and Improvements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He, Zhanxuan</dc:creator>
  <cp:lastModifiedBy>Ravinder Singh</cp:lastModifiedBy>
  <cp:revision>3</cp:revision>
  <cp:lastPrinted>2018-10-24T07:25:10Z</cp:lastPrinted>
  <dcterms:created xsi:type="dcterms:W3CDTF">2023-10-31T12:20:35Z</dcterms:created>
  <dcterms:modified xsi:type="dcterms:W3CDTF">2024-08-19T23:36:36Z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0x010100B32E81FCD48C274784392B46A2D0E1AB</vt:lpwstr>
  </property>
</Properties>
</file>